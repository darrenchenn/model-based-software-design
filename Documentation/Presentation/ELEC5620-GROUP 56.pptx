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97" r:id="rId2"/>
    <p:sldId id="303" r:id="rId3"/>
    <p:sldId id="275" r:id="rId4"/>
    <p:sldId id="276" r:id="rId5"/>
    <p:sldId id="277" r:id="rId6"/>
    <p:sldId id="278" r:id="rId7"/>
    <p:sldId id="279" r:id="rId8"/>
    <p:sldId id="292" r:id="rId9"/>
    <p:sldId id="294" r:id="rId10"/>
    <p:sldId id="293" r:id="rId11"/>
    <p:sldId id="291" r:id="rId12"/>
    <p:sldId id="282" r:id="rId13"/>
    <p:sldId id="295" r:id="rId14"/>
    <p:sldId id="284" r:id="rId15"/>
    <p:sldId id="285" r:id="rId16"/>
    <p:sldId id="301" r:id="rId17"/>
    <p:sldId id="302" r:id="rId18"/>
    <p:sldId id="288" r:id="rId19"/>
    <p:sldId id="290" r:id="rId20"/>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20">
          <p15:clr>
            <a:srgbClr val="A4A3A4"/>
          </p15:clr>
        </p15:guide>
        <p15:guide id="2" pos="286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4626"/>
    <a:srgbClr val="424242"/>
    <a:srgbClr val="0148A4"/>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270" autoAdjust="0"/>
    <p:restoredTop sz="86406" autoAdjust="0"/>
  </p:normalViewPr>
  <p:slideViewPr>
    <p:cSldViewPr snapToGrid="0" snapToObjects="1">
      <p:cViewPr varScale="1">
        <p:scale>
          <a:sx n="113" d="100"/>
          <a:sy n="113" d="100"/>
        </p:scale>
        <p:origin x="2192" y="168"/>
      </p:cViewPr>
      <p:guideLst>
        <p:guide orient="horz" pos="2120"/>
        <p:guide pos="2864"/>
      </p:guideLst>
    </p:cSldViewPr>
  </p:slideViewPr>
  <p:notesTextViewPr>
    <p:cViewPr>
      <p:scale>
        <a:sx n="100" d="100"/>
        <a:sy n="100" d="100"/>
      </p:scale>
      <p:origin x="0" y="0"/>
    </p:cViewPr>
  </p:notesTextViewPr>
  <p:sorterViewPr>
    <p:cViewPr>
      <p:scale>
        <a:sx n="185" d="100"/>
        <a:sy n="185"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Tw Cen MT"/>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Tw Cen MT"/>
              </a:defRPr>
            </a:lvl1pPr>
          </a:lstStyle>
          <a:p>
            <a:fld id="{8A528A56-0C09-9D45-AF38-2EB719AA1485}" type="datetimeFigureOut">
              <a:rPr lang="en-US" smtClean="0"/>
              <a:pPr/>
              <a:t>10/11/23</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Tw Cen MT"/>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Tw Cen MT"/>
              </a:defRPr>
            </a:lvl1pPr>
          </a:lstStyle>
          <a:p>
            <a:fld id="{077A81BB-9FFC-AE41-A1F5-79B83862649E}" type="slidenum">
              <a:rPr lang="en-US" smtClean="0"/>
              <a:pPr/>
              <a:t>‹#›</a:t>
            </a:fld>
            <a:endParaRPr lang="en-US" dirty="0"/>
          </a:p>
        </p:txBody>
      </p:sp>
    </p:spTree>
    <p:extLst>
      <p:ext uri="{BB962C8B-B14F-4D97-AF65-F5344CB8AC3E}">
        <p14:creationId xmlns:p14="http://schemas.microsoft.com/office/powerpoint/2010/main" val="1792642861"/>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121858"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dirty="0">
                <a:latin typeface="Tw Cen MT"/>
              </a:rPr>
              <a:t>What options do I have if I don’t get into </a:t>
            </a:r>
            <a:r>
              <a:rPr lang="en-US" dirty="0" err="1">
                <a:latin typeface="Tw Cen MT"/>
              </a:rPr>
              <a:t>Honours</a:t>
            </a:r>
            <a:r>
              <a:rPr lang="en-US" dirty="0">
                <a:latin typeface="Tw Cen MT"/>
              </a:rPr>
              <a:t>?</a:t>
            </a:r>
          </a:p>
          <a:p>
            <a:endParaRPr lang="en-US" dirty="0">
              <a:latin typeface="Calibri" charset="0"/>
            </a:endParaRPr>
          </a:p>
        </p:txBody>
      </p:sp>
      <p:sp>
        <p:nvSpPr>
          <p:cNvPr id="121859" name="Slide Number Placeholder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F07BFA9E-05F9-D143-AC14-E1222253C2ED}" type="slidenum">
              <a:rPr lang="en-AU" sz="1200">
                <a:latin typeface="Calibri" charset="0"/>
                <a:cs typeface="Tw Cen MT"/>
              </a:rPr>
              <a:pPr eaLnBrk="1" hangingPunct="1"/>
              <a:t>18</a:t>
            </a:fld>
            <a:endParaRPr lang="en-AU" sz="1200" dirty="0">
              <a:latin typeface="Calibri" charset="0"/>
              <a:cs typeface="Tw Cen MT"/>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 Id="rId5" Type="http://schemas.openxmlformats.org/officeDocument/2006/relationships/image" Target="../media/image4.jpg"/><Relationship Id="rId4" Type="http://schemas.openxmlformats.org/officeDocument/2006/relationships/image" Target="../media/image3.jpe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Red option 1 (add own image)">
    <p:spTree>
      <p:nvGrpSpPr>
        <p:cNvPr id="1" name=""/>
        <p:cNvGrpSpPr/>
        <p:nvPr/>
      </p:nvGrpSpPr>
      <p:grpSpPr>
        <a:xfrm>
          <a:off x="0" y="0"/>
          <a:ext cx="0" cy="0"/>
          <a:chOff x="0" y="0"/>
          <a:chExt cx="0" cy="0"/>
        </a:xfrm>
      </p:grpSpPr>
      <p:pic>
        <p:nvPicPr>
          <p:cNvPr id="10" name="Picture 9" descr="PPT Template background file_Re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Picture Placeholder 13"/>
          <p:cNvSpPr>
            <a:spLocks noGrp="1"/>
          </p:cNvSpPr>
          <p:nvPr>
            <p:ph type="pic" sz="quarter" idx="12"/>
          </p:nvPr>
        </p:nvSpPr>
        <p:spPr>
          <a:xfrm>
            <a:off x="4587875" y="0"/>
            <a:ext cx="4556125" cy="6858000"/>
          </a:xfrm>
          <a:solidFill>
            <a:schemeClr val="bg1">
              <a:lumMod val="85000"/>
            </a:schemeClr>
          </a:solidFill>
        </p:spPr>
        <p:txBody>
          <a:bodyPr anchor="ctr" anchorCtr="0"/>
          <a:lstStyle>
            <a:lvl1pPr marL="0" indent="0" algn="ctr">
              <a:buNone/>
              <a:defRPr/>
            </a:lvl1pPr>
          </a:lstStyle>
          <a:p>
            <a:pPr lvl="0"/>
            <a:r>
              <a:rPr lang="en-AU" noProof="0"/>
              <a:t>Drag picture to placeholder or click icon to add</a:t>
            </a:r>
            <a:endParaRPr lang="en-US" noProof="0" dirty="0"/>
          </a:p>
        </p:txBody>
      </p:sp>
      <p:sp>
        <p:nvSpPr>
          <p:cNvPr id="7" name="Title 8"/>
          <p:cNvSpPr>
            <a:spLocks noGrp="1"/>
          </p:cNvSpPr>
          <p:nvPr>
            <p:ph type="title"/>
          </p:nvPr>
        </p:nvSpPr>
        <p:spPr>
          <a:xfrm>
            <a:off x="381884" y="1797599"/>
            <a:ext cx="3948874" cy="1322972"/>
          </a:xfrm>
        </p:spPr>
        <p:txBody>
          <a:bodyPr anchor="t"/>
          <a:lstStyle>
            <a:lvl1pPr>
              <a:defRPr sz="2800">
                <a:solidFill>
                  <a:schemeClr val="bg1"/>
                </a:solidFill>
              </a:defRPr>
            </a:lvl1pPr>
          </a:lstStyle>
          <a:p>
            <a:r>
              <a:rPr lang="en-AU"/>
              <a:t>Click to edit Master title style</a:t>
            </a:r>
            <a:endParaRPr lang="en-US" dirty="0"/>
          </a:p>
        </p:txBody>
      </p:sp>
      <p:sp>
        <p:nvSpPr>
          <p:cNvPr id="8" name="Text Placeholder 4"/>
          <p:cNvSpPr>
            <a:spLocks noGrp="1"/>
          </p:cNvSpPr>
          <p:nvPr>
            <p:ph type="body" sz="quarter" idx="11"/>
          </p:nvPr>
        </p:nvSpPr>
        <p:spPr>
          <a:xfrm>
            <a:off x="366941" y="3360968"/>
            <a:ext cx="3963817" cy="852488"/>
          </a:xfrm>
        </p:spPr>
        <p:txBody>
          <a:bodyPr>
            <a:noAutofit/>
          </a:bodyPr>
          <a:lstStyle>
            <a:lvl1pPr marL="0" indent="0">
              <a:lnSpc>
                <a:spcPct val="90000"/>
              </a:lnSpc>
              <a:buNone/>
              <a:defRPr sz="1600"/>
            </a:lvl1pPr>
            <a:lvl2pPr marL="457200" indent="0">
              <a:buNone/>
              <a:defRPr sz="1600"/>
            </a:lvl2pPr>
            <a:lvl3pPr marL="914400" indent="0">
              <a:buNone/>
              <a:defRPr sz="1600"/>
            </a:lvl3pPr>
            <a:lvl4pPr marL="1371600" indent="0">
              <a:buNone/>
              <a:defRPr/>
            </a:lvl4pPr>
            <a:lvl5pPr marL="1828800" indent="0">
              <a:buNone/>
              <a:defRPr/>
            </a:lvl5pPr>
          </a:lstStyle>
          <a:p>
            <a:pPr lvl="0"/>
            <a:r>
              <a:rPr lang="en-AU"/>
              <a:t>Click to edit Master text styles</a:t>
            </a:r>
          </a:p>
          <a:p>
            <a:pPr lvl="1"/>
            <a:r>
              <a:rPr lang="en-AU"/>
              <a:t>Second level</a:t>
            </a:r>
          </a:p>
          <a:p>
            <a:pPr lvl="2"/>
            <a:r>
              <a:rPr lang="en-AU"/>
              <a:t>Third level</a:t>
            </a:r>
          </a:p>
        </p:txBody>
      </p:sp>
    </p:spTree>
    <p:extLst>
      <p:ext uri="{BB962C8B-B14F-4D97-AF65-F5344CB8AC3E}">
        <p14:creationId xmlns:p14="http://schemas.microsoft.com/office/powerpoint/2010/main" val="17071360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Red option 2">
    <p:spTree>
      <p:nvGrpSpPr>
        <p:cNvPr id="1" name=""/>
        <p:cNvGrpSpPr/>
        <p:nvPr/>
      </p:nvGrpSpPr>
      <p:grpSpPr>
        <a:xfrm>
          <a:off x="0" y="0"/>
          <a:ext cx="0" cy="0"/>
          <a:chOff x="0" y="0"/>
          <a:chExt cx="0" cy="0"/>
        </a:xfrm>
      </p:grpSpPr>
      <p:pic>
        <p:nvPicPr>
          <p:cNvPr id="11" name="Picture 10" descr="PPT Template background file_Re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9" name="Picture 6"/>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bwMode="auto">
          <a:xfrm>
            <a:off x="4571344" y="0"/>
            <a:ext cx="4581600" cy="6872400"/>
          </a:xfrm>
          <a:prstGeom prst="rect">
            <a:avLst/>
          </a:prstGeom>
          <a:blipFill rotWithShape="1">
            <a:blip r:embed="rId4" cstate="screen">
              <a:extLst>
                <a:ext uri="{28A0092B-C50C-407E-A947-70E740481C1C}">
                  <a14:useLocalDpi xmlns:a14="http://schemas.microsoft.com/office/drawing/2010/main"/>
                </a:ext>
              </a:extLst>
            </a:blip>
            <a:stretch>
              <a:fillRect/>
            </a:stretch>
          </a:blipFill>
          <a:ln>
            <a:noFill/>
          </a:ln>
        </p:spPr>
      </p:pic>
      <p:pic>
        <p:nvPicPr>
          <p:cNvPr id="2" name="Picture 1" descr="269F7152-Edit.jpg"/>
          <p:cNvPicPr>
            <a:picLocks noChangeAspect="1"/>
          </p:cNvPicPr>
          <p:nvPr userDrawn="1"/>
        </p:nvPicPr>
        <p:blipFill rotWithShape="1">
          <a:blip r:embed="rId5">
            <a:extLst>
              <a:ext uri="{28A0092B-C50C-407E-A947-70E740481C1C}">
                <a14:useLocalDpi xmlns:a14="http://schemas.microsoft.com/office/drawing/2010/main" val="0"/>
              </a:ext>
            </a:extLst>
          </a:blip>
          <a:srcRect l="28075" r="27248"/>
          <a:stretch/>
        </p:blipFill>
        <p:spPr>
          <a:xfrm>
            <a:off x="4571344" y="-1"/>
            <a:ext cx="4581600" cy="6875925"/>
          </a:xfrm>
          <a:prstGeom prst="rect">
            <a:avLst/>
          </a:prstGeom>
        </p:spPr>
      </p:pic>
      <p:sp>
        <p:nvSpPr>
          <p:cNvPr id="8" name="Title 8"/>
          <p:cNvSpPr>
            <a:spLocks noGrp="1"/>
          </p:cNvSpPr>
          <p:nvPr>
            <p:ph type="title"/>
          </p:nvPr>
        </p:nvSpPr>
        <p:spPr>
          <a:xfrm>
            <a:off x="381884" y="1797599"/>
            <a:ext cx="3948874" cy="1322972"/>
          </a:xfrm>
        </p:spPr>
        <p:txBody>
          <a:bodyPr anchor="t"/>
          <a:lstStyle>
            <a:lvl1pPr>
              <a:defRPr sz="2800">
                <a:solidFill>
                  <a:schemeClr val="bg1"/>
                </a:solidFill>
              </a:defRPr>
            </a:lvl1pPr>
          </a:lstStyle>
          <a:p>
            <a:r>
              <a:rPr lang="en-AU"/>
              <a:t>Click to edit Master title style</a:t>
            </a:r>
            <a:endParaRPr lang="en-US" dirty="0"/>
          </a:p>
        </p:txBody>
      </p:sp>
      <p:sp>
        <p:nvSpPr>
          <p:cNvPr id="10" name="Text Placeholder 4"/>
          <p:cNvSpPr>
            <a:spLocks noGrp="1"/>
          </p:cNvSpPr>
          <p:nvPr>
            <p:ph type="body" sz="quarter" idx="11"/>
          </p:nvPr>
        </p:nvSpPr>
        <p:spPr>
          <a:xfrm>
            <a:off x="366941" y="3360968"/>
            <a:ext cx="3963817" cy="852488"/>
          </a:xfrm>
        </p:spPr>
        <p:txBody>
          <a:bodyPr>
            <a:noAutofit/>
          </a:bodyPr>
          <a:lstStyle>
            <a:lvl1pPr marL="0" indent="0">
              <a:lnSpc>
                <a:spcPct val="90000"/>
              </a:lnSpc>
              <a:buNone/>
              <a:defRPr sz="1600"/>
            </a:lvl1pPr>
            <a:lvl2pPr marL="457200" indent="0">
              <a:buNone/>
              <a:defRPr sz="1600"/>
            </a:lvl2pPr>
            <a:lvl3pPr marL="914400" indent="0">
              <a:buNone/>
              <a:defRPr sz="1600"/>
            </a:lvl3pPr>
            <a:lvl4pPr marL="1371600" indent="0">
              <a:buNone/>
              <a:defRPr/>
            </a:lvl4pPr>
            <a:lvl5pPr marL="1828800" indent="0">
              <a:buNone/>
              <a:defRPr/>
            </a:lvl5pPr>
          </a:lstStyle>
          <a:p>
            <a:pPr lvl="0"/>
            <a:r>
              <a:rPr lang="en-AU"/>
              <a:t>Click to edit Master text styles</a:t>
            </a:r>
          </a:p>
          <a:p>
            <a:pPr lvl="1"/>
            <a:r>
              <a:rPr lang="en-AU"/>
              <a:t>Second level</a:t>
            </a:r>
          </a:p>
          <a:p>
            <a:pPr lvl="2"/>
            <a:r>
              <a:rPr lang="en-AU"/>
              <a:t>Third level</a:t>
            </a:r>
          </a:p>
        </p:txBody>
      </p:sp>
    </p:spTree>
    <p:extLst>
      <p:ext uri="{BB962C8B-B14F-4D97-AF65-F5344CB8AC3E}">
        <p14:creationId xmlns:p14="http://schemas.microsoft.com/office/powerpoint/2010/main" val="28869506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Red option 4">
    <p:spTree>
      <p:nvGrpSpPr>
        <p:cNvPr id="1" name=""/>
        <p:cNvGrpSpPr/>
        <p:nvPr/>
      </p:nvGrpSpPr>
      <p:grpSpPr>
        <a:xfrm>
          <a:off x="0" y="0"/>
          <a:ext cx="0" cy="0"/>
          <a:chOff x="0" y="0"/>
          <a:chExt cx="0" cy="0"/>
        </a:xfrm>
      </p:grpSpPr>
      <p:pic>
        <p:nvPicPr>
          <p:cNvPr id="13" name="Picture 12" descr="PPT Template background file_Re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5" name="Picture 6"/>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545013" y="0"/>
            <a:ext cx="4598987" cy="6858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Title 8"/>
          <p:cNvSpPr>
            <a:spLocks noGrp="1"/>
          </p:cNvSpPr>
          <p:nvPr>
            <p:ph type="title"/>
          </p:nvPr>
        </p:nvSpPr>
        <p:spPr>
          <a:xfrm>
            <a:off x="381884" y="1797599"/>
            <a:ext cx="3948874" cy="1322972"/>
          </a:xfrm>
        </p:spPr>
        <p:txBody>
          <a:bodyPr anchor="t"/>
          <a:lstStyle>
            <a:lvl1pPr>
              <a:defRPr sz="2800">
                <a:solidFill>
                  <a:schemeClr val="bg1"/>
                </a:solidFill>
              </a:defRPr>
            </a:lvl1pPr>
          </a:lstStyle>
          <a:p>
            <a:r>
              <a:rPr lang="en-AU"/>
              <a:t>Click to edit Master title style</a:t>
            </a:r>
            <a:endParaRPr lang="en-US" dirty="0"/>
          </a:p>
        </p:txBody>
      </p:sp>
      <p:sp>
        <p:nvSpPr>
          <p:cNvPr id="8" name="Text Placeholder 4"/>
          <p:cNvSpPr>
            <a:spLocks noGrp="1"/>
          </p:cNvSpPr>
          <p:nvPr>
            <p:ph type="body" sz="quarter" idx="11"/>
          </p:nvPr>
        </p:nvSpPr>
        <p:spPr>
          <a:xfrm>
            <a:off x="366941" y="3360968"/>
            <a:ext cx="3963817" cy="852488"/>
          </a:xfrm>
        </p:spPr>
        <p:txBody>
          <a:bodyPr>
            <a:noAutofit/>
          </a:bodyPr>
          <a:lstStyle>
            <a:lvl1pPr marL="0" indent="0">
              <a:lnSpc>
                <a:spcPct val="90000"/>
              </a:lnSpc>
              <a:buNone/>
              <a:defRPr sz="1600"/>
            </a:lvl1pPr>
            <a:lvl2pPr marL="457200" indent="0">
              <a:buNone/>
              <a:defRPr sz="1600"/>
            </a:lvl2pPr>
            <a:lvl3pPr marL="914400" indent="0">
              <a:buNone/>
              <a:defRPr sz="1600"/>
            </a:lvl3pPr>
            <a:lvl4pPr marL="1371600" indent="0">
              <a:buNone/>
              <a:defRPr/>
            </a:lvl4pPr>
            <a:lvl5pPr marL="1828800" indent="0">
              <a:buNone/>
              <a:defRPr/>
            </a:lvl5pPr>
          </a:lstStyle>
          <a:p>
            <a:pPr lvl="0"/>
            <a:r>
              <a:rPr lang="en-AU"/>
              <a:t>Click to edit Master text styles</a:t>
            </a:r>
          </a:p>
          <a:p>
            <a:pPr lvl="1"/>
            <a:r>
              <a:rPr lang="en-AU"/>
              <a:t>Second level</a:t>
            </a:r>
          </a:p>
          <a:p>
            <a:pPr lvl="2"/>
            <a:r>
              <a:rPr lang="en-AU"/>
              <a:t>Third level</a:t>
            </a:r>
          </a:p>
        </p:txBody>
      </p:sp>
    </p:spTree>
    <p:extLst>
      <p:ext uri="{BB962C8B-B14F-4D97-AF65-F5344CB8AC3E}">
        <p14:creationId xmlns:p14="http://schemas.microsoft.com/office/powerpoint/2010/main" val="34016204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 Red option 4">
    <p:spTree>
      <p:nvGrpSpPr>
        <p:cNvPr id="1" name=""/>
        <p:cNvGrpSpPr/>
        <p:nvPr/>
      </p:nvGrpSpPr>
      <p:grpSpPr>
        <a:xfrm>
          <a:off x="0" y="0"/>
          <a:ext cx="0" cy="0"/>
          <a:chOff x="0" y="0"/>
          <a:chExt cx="0" cy="0"/>
        </a:xfrm>
      </p:grpSpPr>
      <p:pic>
        <p:nvPicPr>
          <p:cNvPr id="13" name="Picture 12" descr="PPT Template background file_Re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9" name="Picture 6"/>
          <p:cNvPicPr>
            <a:picLocks noChangeAspect="1"/>
          </p:cNvPicPr>
          <p:nvPr userDrawn="1"/>
        </p:nvPicPr>
        <p:blipFill rotWithShape="1">
          <a:blip r:embed="rId3">
            <a:extLst>
              <a:ext uri="{28A0092B-C50C-407E-A947-70E740481C1C}">
                <a14:useLocalDpi xmlns:a14="http://schemas.microsoft.com/office/drawing/2010/main" val="0"/>
              </a:ext>
            </a:extLst>
          </a:blip>
          <a:srcRect l="13060" r="38627"/>
          <a:stretch/>
        </p:blipFill>
        <p:spPr bwMode="auto">
          <a:xfrm>
            <a:off x="4546600" y="-8711"/>
            <a:ext cx="4597400" cy="687525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Title 8"/>
          <p:cNvSpPr>
            <a:spLocks noGrp="1"/>
          </p:cNvSpPr>
          <p:nvPr>
            <p:ph type="title"/>
          </p:nvPr>
        </p:nvSpPr>
        <p:spPr>
          <a:xfrm>
            <a:off x="381884" y="1797599"/>
            <a:ext cx="3948874" cy="1322972"/>
          </a:xfrm>
        </p:spPr>
        <p:txBody>
          <a:bodyPr anchor="t"/>
          <a:lstStyle>
            <a:lvl1pPr>
              <a:defRPr sz="2800">
                <a:solidFill>
                  <a:schemeClr val="bg1"/>
                </a:solidFill>
              </a:defRPr>
            </a:lvl1pPr>
          </a:lstStyle>
          <a:p>
            <a:r>
              <a:rPr lang="en-AU"/>
              <a:t>Click to edit Master title style</a:t>
            </a:r>
            <a:endParaRPr lang="en-US" dirty="0"/>
          </a:p>
        </p:txBody>
      </p:sp>
      <p:sp>
        <p:nvSpPr>
          <p:cNvPr id="8" name="Text Placeholder 4"/>
          <p:cNvSpPr>
            <a:spLocks noGrp="1"/>
          </p:cNvSpPr>
          <p:nvPr>
            <p:ph type="body" sz="quarter" idx="11"/>
          </p:nvPr>
        </p:nvSpPr>
        <p:spPr>
          <a:xfrm>
            <a:off x="366941" y="3360968"/>
            <a:ext cx="3963817" cy="852488"/>
          </a:xfrm>
        </p:spPr>
        <p:txBody>
          <a:bodyPr>
            <a:noAutofit/>
          </a:bodyPr>
          <a:lstStyle>
            <a:lvl1pPr marL="0" indent="0">
              <a:lnSpc>
                <a:spcPct val="90000"/>
              </a:lnSpc>
              <a:buNone/>
              <a:defRPr sz="1600"/>
            </a:lvl1pPr>
            <a:lvl2pPr marL="457200" indent="0">
              <a:buNone/>
              <a:defRPr sz="1600"/>
            </a:lvl2pPr>
            <a:lvl3pPr marL="914400" indent="0">
              <a:buNone/>
              <a:defRPr sz="1600"/>
            </a:lvl3pPr>
            <a:lvl4pPr marL="1371600" indent="0">
              <a:buNone/>
              <a:defRPr/>
            </a:lvl4pPr>
            <a:lvl5pPr marL="1828800" indent="0">
              <a:buNone/>
              <a:defRPr/>
            </a:lvl5pPr>
          </a:lstStyle>
          <a:p>
            <a:pPr lvl="0"/>
            <a:r>
              <a:rPr lang="en-AU"/>
              <a:t>Click to edit Master text styles</a:t>
            </a:r>
          </a:p>
          <a:p>
            <a:pPr lvl="1"/>
            <a:r>
              <a:rPr lang="en-AU"/>
              <a:t>Second level</a:t>
            </a:r>
          </a:p>
          <a:p>
            <a:pPr lvl="2"/>
            <a:r>
              <a:rPr lang="en-AU"/>
              <a:t>Third level</a:t>
            </a:r>
          </a:p>
        </p:txBody>
      </p:sp>
    </p:spTree>
    <p:extLst>
      <p:ext uri="{BB962C8B-B14F-4D97-AF65-F5344CB8AC3E}">
        <p14:creationId xmlns:p14="http://schemas.microsoft.com/office/powerpoint/2010/main" val="14213697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slide – Red option 4">
    <p:spTree>
      <p:nvGrpSpPr>
        <p:cNvPr id="1" name=""/>
        <p:cNvGrpSpPr/>
        <p:nvPr/>
      </p:nvGrpSpPr>
      <p:grpSpPr>
        <a:xfrm>
          <a:off x="0" y="0"/>
          <a:ext cx="0" cy="0"/>
          <a:chOff x="0" y="0"/>
          <a:chExt cx="0" cy="0"/>
        </a:xfrm>
      </p:grpSpPr>
      <p:pic>
        <p:nvPicPr>
          <p:cNvPr id="13" name="Picture 12" descr="PPT Template background file_Re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2" name="Picture 1" descr="269F8271-Edit.jpg"/>
          <p:cNvPicPr>
            <a:picLocks noChangeAspect="1"/>
          </p:cNvPicPr>
          <p:nvPr userDrawn="1"/>
        </p:nvPicPr>
        <p:blipFill rotWithShape="1">
          <a:blip r:embed="rId3">
            <a:extLst>
              <a:ext uri="{28A0092B-C50C-407E-A947-70E740481C1C}">
                <a14:useLocalDpi xmlns:a14="http://schemas.microsoft.com/office/drawing/2010/main" val="0"/>
              </a:ext>
            </a:extLst>
          </a:blip>
          <a:srcRect l="27099" r="28483"/>
          <a:stretch/>
        </p:blipFill>
        <p:spPr>
          <a:xfrm>
            <a:off x="4546600" y="0"/>
            <a:ext cx="4597399" cy="6898609"/>
          </a:xfrm>
          <a:prstGeom prst="rect">
            <a:avLst/>
          </a:prstGeom>
        </p:spPr>
      </p:pic>
      <p:sp>
        <p:nvSpPr>
          <p:cNvPr id="7" name="Title 8"/>
          <p:cNvSpPr>
            <a:spLocks noGrp="1"/>
          </p:cNvSpPr>
          <p:nvPr>
            <p:ph type="title"/>
          </p:nvPr>
        </p:nvSpPr>
        <p:spPr>
          <a:xfrm>
            <a:off x="381884" y="1797599"/>
            <a:ext cx="3948874" cy="1322972"/>
          </a:xfrm>
        </p:spPr>
        <p:txBody>
          <a:bodyPr anchor="t"/>
          <a:lstStyle>
            <a:lvl1pPr>
              <a:defRPr sz="2800">
                <a:solidFill>
                  <a:schemeClr val="bg1"/>
                </a:solidFill>
              </a:defRPr>
            </a:lvl1pPr>
          </a:lstStyle>
          <a:p>
            <a:r>
              <a:rPr lang="en-AU"/>
              <a:t>Click to edit Master title style</a:t>
            </a:r>
            <a:endParaRPr lang="en-US" dirty="0"/>
          </a:p>
        </p:txBody>
      </p:sp>
      <p:sp>
        <p:nvSpPr>
          <p:cNvPr id="8" name="Text Placeholder 4"/>
          <p:cNvSpPr>
            <a:spLocks noGrp="1"/>
          </p:cNvSpPr>
          <p:nvPr>
            <p:ph type="body" sz="quarter" idx="11"/>
          </p:nvPr>
        </p:nvSpPr>
        <p:spPr>
          <a:xfrm>
            <a:off x="366941" y="3360968"/>
            <a:ext cx="3963817" cy="852488"/>
          </a:xfrm>
        </p:spPr>
        <p:txBody>
          <a:bodyPr>
            <a:noAutofit/>
          </a:bodyPr>
          <a:lstStyle>
            <a:lvl1pPr marL="0" indent="0">
              <a:lnSpc>
                <a:spcPct val="90000"/>
              </a:lnSpc>
              <a:buNone/>
              <a:defRPr sz="1600"/>
            </a:lvl1pPr>
            <a:lvl2pPr marL="457200" indent="0">
              <a:buNone/>
              <a:defRPr sz="1600"/>
            </a:lvl2pPr>
            <a:lvl3pPr marL="914400" indent="0">
              <a:buNone/>
              <a:defRPr sz="1600"/>
            </a:lvl3pPr>
            <a:lvl4pPr marL="1371600" indent="0">
              <a:buNone/>
              <a:defRPr/>
            </a:lvl4pPr>
            <a:lvl5pPr marL="1828800" indent="0">
              <a:buNone/>
              <a:defRPr/>
            </a:lvl5pPr>
          </a:lstStyle>
          <a:p>
            <a:pPr lvl="0"/>
            <a:r>
              <a:rPr lang="en-AU"/>
              <a:t>Click to edit Master text styles</a:t>
            </a:r>
          </a:p>
          <a:p>
            <a:pPr lvl="1"/>
            <a:r>
              <a:rPr lang="en-AU"/>
              <a:t>Second level</a:t>
            </a:r>
          </a:p>
          <a:p>
            <a:pPr lvl="2"/>
            <a:r>
              <a:rPr lang="en-AU"/>
              <a:t>Third level</a:t>
            </a:r>
          </a:p>
        </p:txBody>
      </p:sp>
    </p:spTree>
    <p:extLst>
      <p:ext uri="{BB962C8B-B14F-4D97-AF65-F5344CB8AC3E}">
        <p14:creationId xmlns:p14="http://schemas.microsoft.com/office/powerpoint/2010/main" val="14213697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 Red option 5 (no image)">
    <p:spTree>
      <p:nvGrpSpPr>
        <p:cNvPr id="1" name=""/>
        <p:cNvGrpSpPr/>
        <p:nvPr/>
      </p:nvGrpSpPr>
      <p:grpSpPr>
        <a:xfrm>
          <a:off x="0" y="0"/>
          <a:ext cx="0" cy="0"/>
          <a:chOff x="0" y="0"/>
          <a:chExt cx="0" cy="0"/>
        </a:xfrm>
      </p:grpSpPr>
      <p:pic>
        <p:nvPicPr>
          <p:cNvPr id="4" name="Picture 3" descr="PPT Template background file_Re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2" name="Title 8"/>
          <p:cNvSpPr>
            <a:spLocks noGrp="1"/>
          </p:cNvSpPr>
          <p:nvPr>
            <p:ph type="title"/>
          </p:nvPr>
        </p:nvSpPr>
        <p:spPr>
          <a:xfrm>
            <a:off x="381884" y="1797599"/>
            <a:ext cx="3948874" cy="1322972"/>
          </a:xfrm>
        </p:spPr>
        <p:txBody>
          <a:bodyPr anchor="t"/>
          <a:lstStyle>
            <a:lvl1pPr>
              <a:defRPr sz="2800">
                <a:solidFill>
                  <a:schemeClr val="bg1"/>
                </a:solidFill>
              </a:defRPr>
            </a:lvl1pPr>
          </a:lstStyle>
          <a:p>
            <a:r>
              <a:rPr lang="en-AU"/>
              <a:t>Click to edit Master title style</a:t>
            </a:r>
            <a:endParaRPr lang="en-US" dirty="0"/>
          </a:p>
        </p:txBody>
      </p:sp>
      <p:sp>
        <p:nvSpPr>
          <p:cNvPr id="13" name="Text Placeholder 4"/>
          <p:cNvSpPr>
            <a:spLocks noGrp="1"/>
          </p:cNvSpPr>
          <p:nvPr>
            <p:ph type="body" sz="quarter" idx="11"/>
          </p:nvPr>
        </p:nvSpPr>
        <p:spPr>
          <a:xfrm>
            <a:off x="366941" y="3360968"/>
            <a:ext cx="3963817" cy="852488"/>
          </a:xfrm>
        </p:spPr>
        <p:txBody>
          <a:bodyPr>
            <a:noAutofit/>
          </a:bodyPr>
          <a:lstStyle>
            <a:lvl1pPr marL="0" indent="0">
              <a:lnSpc>
                <a:spcPct val="90000"/>
              </a:lnSpc>
              <a:buNone/>
              <a:defRPr sz="1600"/>
            </a:lvl1pPr>
            <a:lvl2pPr marL="457200" indent="0">
              <a:buNone/>
              <a:defRPr sz="1600"/>
            </a:lvl2pPr>
            <a:lvl3pPr marL="914400" indent="0">
              <a:buNone/>
              <a:defRPr sz="1600"/>
            </a:lvl3pPr>
            <a:lvl4pPr marL="1371600" indent="0">
              <a:buNone/>
              <a:defRPr/>
            </a:lvl4pPr>
            <a:lvl5pPr marL="1828800" indent="0">
              <a:buNone/>
              <a:defRPr/>
            </a:lvl5pPr>
          </a:lstStyle>
          <a:p>
            <a:pPr lvl="0"/>
            <a:r>
              <a:rPr lang="en-AU"/>
              <a:t>Click to edit Master text styles</a:t>
            </a:r>
          </a:p>
          <a:p>
            <a:pPr lvl="1"/>
            <a:r>
              <a:rPr lang="en-AU"/>
              <a:t>Second level</a:t>
            </a:r>
          </a:p>
          <a:p>
            <a:pPr lvl="2"/>
            <a:r>
              <a:rPr lang="en-AU"/>
              <a:t>Third level</a:t>
            </a:r>
          </a:p>
        </p:txBody>
      </p:sp>
    </p:spTree>
    <p:extLst>
      <p:ext uri="{BB962C8B-B14F-4D97-AF65-F5344CB8AC3E}">
        <p14:creationId xmlns:p14="http://schemas.microsoft.com/office/powerpoint/2010/main" val="10151048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 White option 1 (add own image)">
    <p:spTree>
      <p:nvGrpSpPr>
        <p:cNvPr id="1" name=""/>
        <p:cNvGrpSpPr/>
        <p:nvPr/>
      </p:nvGrpSpPr>
      <p:grpSpPr>
        <a:xfrm>
          <a:off x="0" y="0"/>
          <a:ext cx="0" cy="0"/>
          <a:chOff x="0" y="0"/>
          <a:chExt cx="0" cy="0"/>
        </a:xfrm>
      </p:grpSpPr>
      <p:sp>
        <p:nvSpPr>
          <p:cNvPr id="6" name="Rectangle 5"/>
          <p:cNvSpPr/>
          <p:nvPr/>
        </p:nvSpPr>
        <p:spPr>
          <a:xfrm>
            <a:off x="0" y="0"/>
            <a:ext cx="9144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p>
        </p:txBody>
      </p:sp>
      <p:pic>
        <p:nvPicPr>
          <p:cNvPr id="7" name="Picture 7" descr="USY_MB1_PMS_1_Colour_Standard_Logo.png"/>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bwMode="auto">
          <a:xfrm>
            <a:off x="454025" y="5905500"/>
            <a:ext cx="1536700" cy="530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4" name="Picture Placeholder 13"/>
          <p:cNvSpPr>
            <a:spLocks noGrp="1"/>
          </p:cNvSpPr>
          <p:nvPr>
            <p:ph type="pic" sz="quarter" idx="12"/>
          </p:nvPr>
        </p:nvSpPr>
        <p:spPr>
          <a:xfrm>
            <a:off x="4587876" y="418354"/>
            <a:ext cx="4150358" cy="6017555"/>
          </a:xfrm>
          <a:solidFill>
            <a:schemeClr val="bg1">
              <a:lumMod val="85000"/>
            </a:schemeClr>
          </a:solidFill>
          <a:ln>
            <a:noFill/>
          </a:ln>
        </p:spPr>
        <p:txBody>
          <a:bodyPr anchor="ctr" anchorCtr="0"/>
          <a:lstStyle>
            <a:lvl1pPr marL="0" indent="0" algn="ctr">
              <a:buNone/>
              <a:defRPr/>
            </a:lvl1pPr>
          </a:lstStyle>
          <a:p>
            <a:pPr lvl="0"/>
            <a:r>
              <a:rPr lang="en-AU" noProof="0"/>
              <a:t>Drag picture to placeholder or click icon to add</a:t>
            </a:r>
            <a:endParaRPr lang="en-US" noProof="0" dirty="0"/>
          </a:p>
        </p:txBody>
      </p:sp>
      <p:sp>
        <p:nvSpPr>
          <p:cNvPr id="8" name="Title 8"/>
          <p:cNvSpPr>
            <a:spLocks noGrp="1"/>
          </p:cNvSpPr>
          <p:nvPr>
            <p:ph type="title"/>
          </p:nvPr>
        </p:nvSpPr>
        <p:spPr>
          <a:xfrm>
            <a:off x="381884" y="1797599"/>
            <a:ext cx="3948874" cy="1322972"/>
          </a:xfrm>
        </p:spPr>
        <p:txBody>
          <a:bodyPr anchor="t"/>
          <a:lstStyle>
            <a:lvl1pPr>
              <a:defRPr sz="2800">
                <a:solidFill>
                  <a:schemeClr val="accent1"/>
                </a:solidFill>
              </a:defRPr>
            </a:lvl1pPr>
          </a:lstStyle>
          <a:p>
            <a:r>
              <a:rPr lang="en-AU"/>
              <a:t>Click to edit Master title style</a:t>
            </a:r>
            <a:endParaRPr lang="en-US" dirty="0"/>
          </a:p>
        </p:txBody>
      </p:sp>
      <p:sp>
        <p:nvSpPr>
          <p:cNvPr id="9" name="Text Placeholder 4"/>
          <p:cNvSpPr>
            <a:spLocks noGrp="1"/>
          </p:cNvSpPr>
          <p:nvPr>
            <p:ph type="body" sz="quarter" idx="11"/>
          </p:nvPr>
        </p:nvSpPr>
        <p:spPr>
          <a:xfrm>
            <a:off x="366941" y="3360968"/>
            <a:ext cx="3963817" cy="852488"/>
          </a:xfrm>
        </p:spPr>
        <p:txBody>
          <a:bodyPr>
            <a:noAutofit/>
          </a:bodyPr>
          <a:lstStyle>
            <a:lvl1pPr marL="0" indent="0">
              <a:lnSpc>
                <a:spcPct val="90000"/>
              </a:lnSpc>
              <a:buNone/>
              <a:defRPr sz="1600"/>
            </a:lvl1pPr>
            <a:lvl2pPr marL="457200" indent="0">
              <a:buNone/>
              <a:defRPr sz="1600"/>
            </a:lvl2pPr>
            <a:lvl3pPr marL="914400" indent="0">
              <a:buNone/>
              <a:defRPr sz="1600"/>
            </a:lvl3pPr>
            <a:lvl4pPr marL="1371600" indent="0">
              <a:buNone/>
              <a:defRPr/>
            </a:lvl4pPr>
            <a:lvl5pPr marL="1828800" indent="0">
              <a:buNone/>
              <a:defRPr/>
            </a:lvl5pPr>
          </a:lstStyle>
          <a:p>
            <a:pPr lvl="0"/>
            <a:r>
              <a:rPr lang="en-AU"/>
              <a:t>Click to edit Master text styles</a:t>
            </a:r>
          </a:p>
          <a:p>
            <a:pPr lvl="1"/>
            <a:r>
              <a:rPr lang="en-AU"/>
              <a:t>Second level</a:t>
            </a:r>
          </a:p>
          <a:p>
            <a:pPr lvl="2"/>
            <a:r>
              <a:rPr lang="en-AU"/>
              <a:t>Third level</a:t>
            </a:r>
          </a:p>
        </p:txBody>
      </p:sp>
    </p:spTree>
    <p:extLst>
      <p:ext uri="{BB962C8B-B14F-4D97-AF65-F5344CB8AC3E}">
        <p14:creationId xmlns:p14="http://schemas.microsoft.com/office/powerpoint/2010/main" val="28183801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 White option 2">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p>
        </p:txBody>
      </p:sp>
      <p:pic>
        <p:nvPicPr>
          <p:cNvPr id="6" name="Picture Placeholder 4"/>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bwMode="auto">
          <a:xfrm>
            <a:off x="4645025" y="419100"/>
            <a:ext cx="4035425" cy="60166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7" name="Picture 9" descr="USY_MB1_PMS_1_Colour_Standard_Logo.png"/>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54025" y="5905500"/>
            <a:ext cx="1536700" cy="530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 name="Title 8"/>
          <p:cNvSpPr>
            <a:spLocks noGrp="1"/>
          </p:cNvSpPr>
          <p:nvPr>
            <p:ph type="title"/>
          </p:nvPr>
        </p:nvSpPr>
        <p:spPr>
          <a:xfrm>
            <a:off x="381884" y="1797599"/>
            <a:ext cx="3948874" cy="1322972"/>
          </a:xfrm>
        </p:spPr>
        <p:txBody>
          <a:bodyPr anchor="t"/>
          <a:lstStyle>
            <a:lvl1pPr>
              <a:defRPr sz="2800">
                <a:solidFill>
                  <a:schemeClr val="accent1"/>
                </a:solidFill>
              </a:defRPr>
            </a:lvl1pPr>
          </a:lstStyle>
          <a:p>
            <a:r>
              <a:rPr lang="en-AU"/>
              <a:t>Click to edit Master title style</a:t>
            </a:r>
            <a:endParaRPr lang="en-US" dirty="0"/>
          </a:p>
        </p:txBody>
      </p:sp>
      <p:sp>
        <p:nvSpPr>
          <p:cNvPr id="11" name="Text Placeholder 4"/>
          <p:cNvSpPr>
            <a:spLocks noGrp="1"/>
          </p:cNvSpPr>
          <p:nvPr>
            <p:ph type="body" sz="quarter" idx="11"/>
          </p:nvPr>
        </p:nvSpPr>
        <p:spPr>
          <a:xfrm>
            <a:off x="366941" y="3360968"/>
            <a:ext cx="3963817" cy="852488"/>
          </a:xfrm>
        </p:spPr>
        <p:txBody>
          <a:bodyPr>
            <a:noAutofit/>
          </a:bodyPr>
          <a:lstStyle>
            <a:lvl1pPr marL="0" indent="0">
              <a:lnSpc>
                <a:spcPct val="90000"/>
              </a:lnSpc>
              <a:buNone/>
              <a:defRPr sz="1600"/>
            </a:lvl1pPr>
            <a:lvl2pPr marL="457200" indent="0">
              <a:buNone/>
              <a:defRPr sz="1600"/>
            </a:lvl2pPr>
            <a:lvl3pPr marL="914400" indent="0">
              <a:buNone/>
              <a:defRPr sz="1600"/>
            </a:lvl3pPr>
            <a:lvl4pPr marL="1371600" indent="0">
              <a:buNone/>
              <a:defRPr/>
            </a:lvl4pPr>
            <a:lvl5pPr marL="1828800" indent="0">
              <a:buNone/>
              <a:defRPr/>
            </a:lvl5pPr>
          </a:lstStyle>
          <a:p>
            <a:pPr lvl="0"/>
            <a:r>
              <a:rPr lang="en-AU"/>
              <a:t>Click to edit Master text styles</a:t>
            </a:r>
          </a:p>
          <a:p>
            <a:pPr lvl="1"/>
            <a:r>
              <a:rPr lang="en-AU"/>
              <a:t>Second level</a:t>
            </a:r>
          </a:p>
          <a:p>
            <a:pPr lvl="2"/>
            <a:r>
              <a:rPr lang="en-AU"/>
              <a:t>Third level</a:t>
            </a:r>
          </a:p>
        </p:txBody>
      </p:sp>
    </p:spTree>
    <p:extLst>
      <p:ext uri="{BB962C8B-B14F-4D97-AF65-F5344CB8AC3E}">
        <p14:creationId xmlns:p14="http://schemas.microsoft.com/office/powerpoint/2010/main" val="16776006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 White option 3">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p>
        </p:txBody>
      </p:sp>
      <p:pic>
        <p:nvPicPr>
          <p:cNvPr id="6" name="Picture Placeholder 4"/>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bwMode="auto">
          <a:xfrm>
            <a:off x="4645025" y="419100"/>
            <a:ext cx="4035425" cy="60166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7" name="Picture 9" descr="USY_MB1_PMS_1_Colour_Standard_Logo.png"/>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54025" y="5905500"/>
            <a:ext cx="1536700" cy="530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 name="Title 8"/>
          <p:cNvSpPr>
            <a:spLocks noGrp="1"/>
          </p:cNvSpPr>
          <p:nvPr>
            <p:ph type="title"/>
          </p:nvPr>
        </p:nvSpPr>
        <p:spPr>
          <a:xfrm>
            <a:off x="381884" y="1797599"/>
            <a:ext cx="3948874" cy="1322972"/>
          </a:xfrm>
        </p:spPr>
        <p:txBody>
          <a:bodyPr anchor="t"/>
          <a:lstStyle>
            <a:lvl1pPr>
              <a:defRPr sz="2800">
                <a:solidFill>
                  <a:schemeClr val="accent1"/>
                </a:solidFill>
              </a:defRPr>
            </a:lvl1pPr>
          </a:lstStyle>
          <a:p>
            <a:r>
              <a:rPr lang="en-AU"/>
              <a:t>Click to edit Master title style</a:t>
            </a:r>
            <a:endParaRPr lang="en-US" dirty="0"/>
          </a:p>
        </p:txBody>
      </p:sp>
      <p:sp>
        <p:nvSpPr>
          <p:cNvPr id="11" name="Text Placeholder 4"/>
          <p:cNvSpPr>
            <a:spLocks noGrp="1"/>
          </p:cNvSpPr>
          <p:nvPr>
            <p:ph type="body" sz="quarter" idx="11"/>
          </p:nvPr>
        </p:nvSpPr>
        <p:spPr>
          <a:xfrm>
            <a:off x="366941" y="3360968"/>
            <a:ext cx="3963817" cy="852488"/>
          </a:xfrm>
        </p:spPr>
        <p:txBody>
          <a:bodyPr>
            <a:noAutofit/>
          </a:bodyPr>
          <a:lstStyle>
            <a:lvl1pPr marL="0" indent="0">
              <a:lnSpc>
                <a:spcPct val="90000"/>
              </a:lnSpc>
              <a:buNone/>
              <a:defRPr sz="1600"/>
            </a:lvl1pPr>
            <a:lvl2pPr marL="457200" indent="0">
              <a:buNone/>
              <a:defRPr sz="1600"/>
            </a:lvl2pPr>
            <a:lvl3pPr marL="914400" indent="0">
              <a:buNone/>
              <a:defRPr sz="1600"/>
            </a:lvl3pPr>
            <a:lvl4pPr marL="1371600" indent="0">
              <a:buNone/>
              <a:defRPr/>
            </a:lvl4pPr>
            <a:lvl5pPr marL="1828800" indent="0">
              <a:buNone/>
              <a:defRPr/>
            </a:lvl5pPr>
          </a:lstStyle>
          <a:p>
            <a:pPr lvl="0"/>
            <a:r>
              <a:rPr lang="en-AU"/>
              <a:t>Click to edit Master text styles</a:t>
            </a:r>
          </a:p>
          <a:p>
            <a:pPr lvl="1"/>
            <a:r>
              <a:rPr lang="en-AU"/>
              <a:t>Second level</a:t>
            </a:r>
          </a:p>
          <a:p>
            <a:pPr lvl="2"/>
            <a:r>
              <a:rPr lang="en-AU"/>
              <a:t>Third level</a:t>
            </a:r>
          </a:p>
        </p:txBody>
      </p:sp>
    </p:spTree>
    <p:extLst>
      <p:ext uri="{BB962C8B-B14F-4D97-AF65-F5344CB8AC3E}">
        <p14:creationId xmlns:p14="http://schemas.microsoft.com/office/powerpoint/2010/main" val="3571526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 White option 4">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p>
        </p:txBody>
      </p:sp>
      <p:pic>
        <p:nvPicPr>
          <p:cNvPr id="6" name="Picture Placeholder 4"/>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bwMode="auto">
          <a:xfrm>
            <a:off x="4645025" y="419100"/>
            <a:ext cx="4035425" cy="60166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7" name="Picture 9" descr="USY_MB1_PMS_1_Colour_Standard_Logo.png"/>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54025" y="5905500"/>
            <a:ext cx="1536700" cy="530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 name="Title 8"/>
          <p:cNvSpPr>
            <a:spLocks noGrp="1"/>
          </p:cNvSpPr>
          <p:nvPr>
            <p:ph type="title"/>
          </p:nvPr>
        </p:nvSpPr>
        <p:spPr>
          <a:xfrm>
            <a:off x="381884" y="1797599"/>
            <a:ext cx="3948874" cy="1322972"/>
          </a:xfrm>
        </p:spPr>
        <p:txBody>
          <a:bodyPr anchor="t"/>
          <a:lstStyle>
            <a:lvl1pPr>
              <a:defRPr sz="2800">
                <a:solidFill>
                  <a:schemeClr val="accent1"/>
                </a:solidFill>
              </a:defRPr>
            </a:lvl1pPr>
          </a:lstStyle>
          <a:p>
            <a:r>
              <a:rPr lang="en-AU"/>
              <a:t>Click to edit Master title style</a:t>
            </a:r>
            <a:endParaRPr lang="en-US" dirty="0"/>
          </a:p>
        </p:txBody>
      </p:sp>
      <p:sp>
        <p:nvSpPr>
          <p:cNvPr id="11" name="Text Placeholder 4"/>
          <p:cNvSpPr>
            <a:spLocks noGrp="1"/>
          </p:cNvSpPr>
          <p:nvPr>
            <p:ph type="body" sz="quarter" idx="11"/>
          </p:nvPr>
        </p:nvSpPr>
        <p:spPr>
          <a:xfrm>
            <a:off x="366941" y="3360968"/>
            <a:ext cx="3963817" cy="852488"/>
          </a:xfrm>
        </p:spPr>
        <p:txBody>
          <a:bodyPr>
            <a:noAutofit/>
          </a:bodyPr>
          <a:lstStyle>
            <a:lvl1pPr marL="0" indent="0">
              <a:lnSpc>
                <a:spcPct val="90000"/>
              </a:lnSpc>
              <a:buNone/>
              <a:defRPr sz="1600"/>
            </a:lvl1pPr>
            <a:lvl2pPr marL="457200" indent="0">
              <a:buNone/>
              <a:defRPr sz="1600"/>
            </a:lvl2pPr>
            <a:lvl3pPr marL="914400" indent="0">
              <a:buNone/>
              <a:defRPr sz="1600"/>
            </a:lvl3pPr>
            <a:lvl4pPr marL="1371600" indent="0">
              <a:buNone/>
              <a:defRPr/>
            </a:lvl4pPr>
            <a:lvl5pPr marL="1828800" indent="0">
              <a:buNone/>
              <a:defRPr/>
            </a:lvl5pPr>
          </a:lstStyle>
          <a:p>
            <a:pPr lvl="0"/>
            <a:r>
              <a:rPr lang="en-AU"/>
              <a:t>Click to edit Master text styles</a:t>
            </a:r>
          </a:p>
          <a:p>
            <a:pPr lvl="1"/>
            <a:r>
              <a:rPr lang="en-AU"/>
              <a:t>Second level</a:t>
            </a:r>
          </a:p>
          <a:p>
            <a:pPr lvl="2"/>
            <a:r>
              <a:rPr lang="en-AU"/>
              <a:t>Third level</a:t>
            </a:r>
          </a:p>
        </p:txBody>
      </p:sp>
    </p:spTree>
    <p:extLst>
      <p:ext uri="{BB962C8B-B14F-4D97-AF65-F5344CB8AC3E}">
        <p14:creationId xmlns:p14="http://schemas.microsoft.com/office/powerpoint/2010/main" val="29718598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 White option 5 (no image)">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p>
        </p:txBody>
      </p:sp>
      <p:pic>
        <p:nvPicPr>
          <p:cNvPr id="6" name="Picture 7" descr="USY_MB1_PMS_1_Colour_Standard_Logo.png"/>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bwMode="auto">
          <a:xfrm>
            <a:off x="454025" y="5905500"/>
            <a:ext cx="1536700" cy="530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 name="Title 8"/>
          <p:cNvSpPr>
            <a:spLocks noGrp="1"/>
          </p:cNvSpPr>
          <p:nvPr>
            <p:ph type="title"/>
          </p:nvPr>
        </p:nvSpPr>
        <p:spPr>
          <a:xfrm>
            <a:off x="381884" y="1797599"/>
            <a:ext cx="3948874" cy="1322972"/>
          </a:xfrm>
        </p:spPr>
        <p:txBody>
          <a:bodyPr anchor="t"/>
          <a:lstStyle>
            <a:lvl1pPr>
              <a:defRPr sz="2800">
                <a:solidFill>
                  <a:schemeClr val="accent1"/>
                </a:solidFill>
              </a:defRPr>
            </a:lvl1pPr>
          </a:lstStyle>
          <a:p>
            <a:r>
              <a:rPr lang="en-AU"/>
              <a:t>Click to edit Master title style</a:t>
            </a:r>
            <a:endParaRPr lang="en-US" dirty="0"/>
          </a:p>
        </p:txBody>
      </p:sp>
      <p:sp>
        <p:nvSpPr>
          <p:cNvPr id="11" name="Text Placeholder 4"/>
          <p:cNvSpPr>
            <a:spLocks noGrp="1"/>
          </p:cNvSpPr>
          <p:nvPr>
            <p:ph type="body" sz="quarter" idx="11"/>
          </p:nvPr>
        </p:nvSpPr>
        <p:spPr>
          <a:xfrm>
            <a:off x="366941" y="3360968"/>
            <a:ext cx="3963817" cy="852488"/>
          </a:xfrm>
        </p:spPr>
        <p:txBody>
          <a:bodyPr>
            <a:noAutofit/>
          </a:bodyPr>
          <a:lstStyle>
            <a:lvl1pPr marL="0" indent="0">
              <a:lnSpc>
                <a:spcPct val="90000"/>
              </a:lnSpc>
              <a:buNone/>
              <a:defRPr sz="1600"/>
            </a:lvl1pPr>
            <a:lvl2pPr marL="457200" indent="0">
              <a:buNone/>
              <a:defRPr sz="1600"/>
            </a:lvl2pPr>
            <a:lvl3pPr marL="914400" indent="0">
              <a:buNone/>
              <a:defRPr sz="1600"/>
            </a:lvl3pPr>
            <a:lvl4pPr marL="1371600" indent="0">
              <a:buNone/>
              <a:defRPr/>
            </a:lvl4pPr>
            <a:lvl5pPr marL="1828800" indent="0">
              <a:buNone/>
              <a:defRPr/>
            </a:lvl5pPr>
          </a:lstStyle>
          <a:p>
            <a:pPr lvl="0"/>
            <a:r>
              <a:rPr lang="en-AU"/>
              <a:t>Click to edit Master text styles</a:t>
            </a:r>
          </a:p>
          <a:p>
            <a:pPr lvl="1"/>
            <a:r>
              <a:rPr lang="en-AU"/>
              <a:t>Second level</a:t>
            </a:r>
          </a:p>
          <a:p>
            <a:pPr lvl="2"/>
            <a:r>
              <a:rPr lang="en-AU"/>
              <a:t>Third level</a:t>
            </a:r>
          </a:p>
        </p:txBody>
      </p:sp>
    </p:spTree>
    <p:extLst>
      <p:ext uri="{BB962C8B-B14F-4D97-AF65-F5344CB8AC3E}">
        <p14:creationId xmlns:p14="http://schemas.microsoft.com/office/powerpoint/2010/main" val="19699088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AU"/>
              <a:t>Click to edit Master title style</a:t>
            </a:r>
            <a:endParaRPr lang="en-US" dirty="0"/>
          </a:p>
        </p:txBody>
      </p:sp>
      <p:sp>
        <p:nvSpPr>
          <p:cNvPr id="3" name="Content Placeholder 2"/>
          <p:cNvSpPr>
            <a:spLocks noGrp="1"/>
          </p:cNvSpPr>
          <p:nvPr>
            <p:ph idx="1"/>
          </p:nvPr>
        </p:nvSpPr>
        <p:spPr/>
        <p:txBody>
          <a:bodyPr/>
          <a:lstStyle>
            <a:lvl1pPr>
              <a:lnSpc>
                <a:spcPct val="90000"/>
              </a:lnSpc>
              <a:defRPr/>
            </a:lvl1pPr>
            <a:lvl2pPr marL="742950" indent="-285750">
              <a:lnSpc>
                <a:spcPct val="90000"/>
              </a:lnSpc>
              <a:buFont typeface="Lucida Grande"/>
              <a:buChar char="–"/>
              <a:defRPr/>
            </a:lvl2pPr>
            <a:lvl3pPr>
              <a:lnSpc>
                <a:spcPct val="90000"/>
              </a:lnSpc>
              <a:defRPr/>
            </a:lvl3pPr>
          </a:lstStyle>
          <a:p>
            <a:pPr lvl="0"/>
            <a:r>
              <a:rPr lang="en-AU"/>
              <a:t>Click to edit Master text styles</a:t>
            </a:r>
          </a:p>
          <a:p>
            <a:pPr lvl="1"/>
            <a:r>
              <a:rPr lang="en-AU"/>
              <a:t>Second level</a:t>
            </a:r>
          </a:p>
          <a:p>
            <a:pPr lvl="2"/>
            <a:r>
              <a:rPr lang="en-AU"/>
              <a:t>Third level</a:t>
            </a:r>
          </a:p>
        </p:txBody>
      </p:sp>
    </p:spTree>
    <p:extLst>
      <p:ext uri="{BB962C8B-B14F-4D97-AF65-F5344CB8AC3E}">
        <p14:creationId xmlns:p14="http://schemas.microsoft.com/office/powerpoint/2010/main" val="35785837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itle and Two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AU"/>
              <a:t>Click to edit Master title style</a:t>
            </a:r>
            <a:endParaRPr lang="en-US" dirty="0"/>
          </a:p>
        </p:txBody>
      </p:sp>
      <p:sp>
        <p:nvSpPr>
          <p:cNvPr id="3" name="Content Placeholder 2"/>
          <p:cNvSpPr>
            <a:spLocks noGrp="1"/>
          </p:cNvSpPr>
          <p:nvPr>
            <p:ph sz="half" idx="1"/>
          </p:nvPr>
        </p:nvSpPr>
        <p:spPr>
          <a:xfrm>
            <a:off x="457200" y="1359925"/>
            <a:ext cx="4038600" cy="4525963"/>
          </a:xfrm>
        </p:spPr>
        <p:txBody>
          <a:bodyPr>
            <a:normAutofit/>
          </a:bodyPr>
          <a:lstStyle>
            <a:lvl1pPr>
              <a:defRPr sz="2400"/>
            </a:lvl1pPr>
            <a:lvl2pPr>
              <a:defRPr sz="24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p:txBody>
      </p:sp>
      <p:sp>
        <p:nvSpPr>
          <p:cNvPr id="4" name="Content Placeholder 3"/>
          <p:cNvSpPr>
            <a:spLocks noGrp="1"/>
          </p:cNvSpPr>
          <p:nvPr>
            <p:ph sz="half" idx="2"/>
          </p:nvPr>
        </p:nvSpPr>
        <p:spPr>
          <a:xfrm>
            <a:off x="4648200" y="1359925"/>
            <a:ext cx="4038600" cy="4525963"/>
          </a:xfrm>
        </p:spPr>
        <p:txBody>
          <a:bodyPr>
            <a:normAutofit/>
          </a:bodyPr>
          <a:lstStyle>
            <a:lvl1pPr>
              <a:defRPr sz="2400"/>
            </a:lvl1pPr>
            <a:lvl2pPr>
              <a:defRPr sz="24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p:txBody>
      </p:sp>
    </p:spTree>
    <p:extLst>
      <p:ext uri="{BB962C8B-B14F-4D97-AF65-F5344CB8AC3E}">
        <p14:creationId xmlns:p14="http://schemas.microsoft.com/office/powerpoint/2010/main" val="8518651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Content and Image">
    <p:spTree>
      <p:nvGrpSpPr>
        <p:cNvPr id="1" name=""/>
        <p:cNvGrpSpPr/>
        <p:nvPr/>
      </p:nvGrpSpPr>
      <p:grpSpPr>
        <a:xfrm>
          <a:off x="0" y="0"/>
          <a:ext cx="0" cy="0"/>
          <a:chOff x="0" y="0"/>
          <a:chExt cx="0" cy="0"/>
        </a:xfrm>
      </p:grpSpPr>
      <p:sp>
        <p:nvSpPr>
          <p:cNvPr id="9" name="Text Placeholder 7"/>
          <p:cNvSpPr>
            <a:spLocks noGrp="1"/>
          </p:cNvSpPr>
          <p:nvPr>
            <p:ph type="body" sz="quarter" idx="12"/>
          </p:nvPr>
        </p:nvSpPr>
        <p:spPr>
          <a:xfrm>
            <a:off x="457200" y="5491163"/>
            <a:ext cx="4038600" cy="537602"/>
          </a:xfrm>
        </p:spPr>
        <p:txBody>
          <a:bodyPr lIns="0" tIns="72000" rIns="72000">
            <a:noAutofit/>
          </a:bodyPr>
          <a:lstStyle>
            <a:lvl1pPr marL="0" marR="0" indent="0" algn="l" defTabSz="457200" rtl="0" eaLnBrk="1" fontAlgn="auto" latinLnBrk="0" hangingPunct="1">
              <a:lnSpc>
                <a:spcPct val="100000"/>
              </a:lnSpc>
              <a:spcBef>
                <a:spcPct val="20000"/>
              </a:spcBef>
              <a:spcAft>
                <a:spcPts val="0"/>
              </a:spcAft>
              <a:buClrTx/>
              <a:buSzTx/>
              <a:buFont typeface="Lucida Grande"/>
              <a:buNone/>
              <a:tabLst/>
              <a:defRPr sz="1100"/>
            </a:lvl1pPr>
            <a:lvl2pPr>
              <a:defRPr sz="1100"/>
            </a:lvl2pPr>
            <a:lvl3pPr>
              <a:defRPr sz="1100"/>
            </a:lvl3pPr>
            <a:lvl4pPr>
              <a:defRPr sz="1100"/>
            </a:lvl4pPr>
            <a:lvl5pPr>
              <a:defRPr sz="1100"/>
            </a:lvl5pPr>
          </a:lstStyle>
          <a:p>
            <a:pPr lvl="0"/>
            <a:r>
              <a:rPr lang="en-AU"/>
              <a:t>Click to edit Master text styles</a:t>
            </a:r>
          </a:p>
          <a:p>
            <a:pPr lvl="1"/>
            <a:r>
              <a:rPr lang="en-AU"/>
              <a:t>Second level</a:t>
            </a:r>
          </a:p>
          <a:p>
            <a:pPr lvl="2"/>
            <a:r>
              <a:rPr lang="en-AU"/>
              <a:t>Third level</a:t>
            </a:r>
          </a:p>
        </p:txBody>
      </p:sp>
      <p:sp>
        <p:nvSpPr>
          <p:cNvPr id="6" name="Picture Placeholder 5"/>
          <p:cNvSpPr>
            <a:spLocks noGrp="1"/>
          </p:cNvSpPr>
          <p:nvPr>
            <p:ph type="pic" sz="quarter" idx="10"/>
          </p:nvPr>
        </p:nvSpPr>
        <p:spPr>
          <a:xfrm>
            <a:off x="457200" y="1360488"/>
            <a:ext cx="4038600" cy="4130394"/>
          </a:xfrm>
        </p:spPr>
        <p:txBody>
          <a:bodyPr/>
          <a:lstStyle>
            <a:lvl1pPr marL="0" indent="0">
              <a:buNone/>
              <a:defRPr/>
            </a:lvl1pPr>
          </a:lstStyle>
          <a:p>
            <a:pPr lvl="0"/>
            <a:r>
              <a:rPr lang="en-AU" noProof="0"/>
              <a:t>Drag picture to placeholder or click icon to add</a:t>
            </a:r>
            <a:endParaRPr lang="en-US" noProof="0" dirty="0"/>
          </a:p>
        </p:txBody>
      </p:sp>
      <p:sp>
        <p:nvSpPr>
          <p:cNvPr id="2" name="Title 1"/>
          <p:cNvSpPr>
            <a:spLocks noGrp="1"/>
          </p:cNvSpPr>
          <p:nvPr>
            <p:ph type="title"/>
          </p:nvPr>
        </p:nvSpPr>
        <p:spPr/>
        <p:txBody>
          <a:bodyPr/>
          <a:lstStyle>
            <a:lvl1pPr>
              <a:defRPr>
                <a:solidFill>
                  <a:schemeClr val="accent1"/>
                </a:solidFill>
              </a:defRPr>
            </a:lvl1pPr>
          </a:lstStyle>
          <a:p>
            <a:r>
              <a:rPr lang="en-AU"/>
              <a:t>Click to edit Master title style</a:t>
            </a:r>
            <a:endParaRPr lang="en-US" dirty="0"/>
          </a:p>
        </p:txBody>
      </p:sp>
      <p:sp>
        <p:nvSpPr>
          <p:cNvPr id="4" name="Content Placeholder 3"/>
          <p:cNvSpPr>
            <a:spLocks noGrp="1"/>
          </p:cNvSpPr>
          <p:nvPr>
            <p:ph sz="half" idx="2"/>
          </p:nvPr>
        </p:nvSpPr>
        <p:spPr>
          <a:xfrm>
            <a:off x="4648200" y="1359925"/>
            <a:ext cx="4038600" cy="4525963"/>
          </a:xfrm>
        </p:spPr>
        <p:txBody>
          <a:bodyPr>
            <a:normAutofit/>
          </a:bodyPr>
          <a:lstStyle>
            <a:lvl1pPr>
              <a:defRPr sz="2400"/>
            </a:lvl1pPr>
            <a:lvl2pPr>
              <a:defRPr sz="24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p:txBody>
      </p:sp>
    </p:spTree>
    <p:extLst>
      <p:ext uri="{BB962C8B-B14F-4D97-AF65-F5344CB8AC3E}">
        <p14:creationId xmlns:p14="http://schemas.microsoft.com/office/powerpoint/2010/main" val="33842268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Content and Table">
    <p:spTree>
      <p:nvGrpSpPr>
        <p:cNvPr id="1" name=""/>
        <p:cNvGrpSpPr/>
        <p:nvPr/>
      </p:nvGrpSpPr>
      <p:grpSpPr>
        <a:xfrm>
          <a:off x="0" y="0"/>
          <a:ext cx="0" cy="0"/>
          <a:chOff x="0" y="0"/>
          <a:chExt cx="0" cy="0"/>
        </a:xfrm>
      </p:grpSpPr>
      <p:sp>
        <p:nvSpPr>
          <p:cNvPr id="5" name="Table Placeholder 4"/>
          <p:cNvSpPr>
            <a:spLocks noGrp="1"/>
          </p:cNvSpPr>
          <p:nvPr>
            <p:ph type="tbl" sz="quarter" idx="12"/>
          </p:nvPr>
        </p:nvSpPr>
        <p:spPr>
          <a:xfrm>
            <a:off x="457200" y="1360488"/>
            <a:ext cx="4038600" cy="4130675"/>
          </a:xfrm>
        </p:spPr>
        <p:txBody>
          <a:bodyPr/>
          <a:lstStyle>
            <a:lvl1pPr marL="0" indent="0">
              <a:buNone/>
              <a:defRPr/>
            </a:lvl1pPr>
          </a:lstStyle>
          <a:p>
            <a:pPr lvl="0"/>
            <a:r>
              <a:rPr lang="en-AU" noProof="0"/>
              <a:t>Click icon to add table</a:t>
            </a:r>
            <a:endParaRPr lang="en-US" noProof="0" dirty="0"/>
          </a:p>
        </p:txBody>
      </p:sp>
      <p:sp>
        <p:nvSpPr>
          <p:cNvPr id="2" name="Title 1"/>
          <p:cNvSpPr>
            <a:spLocks noGrp="1"/>
          </p:cNvSpPr>
          <p:nvPr>
            <p:ph type="title"/>
          </p:nvPr>
        </p:nvSpPr>
        <p:spPr/>
        <p:txBody>
          <a:bodyPr/>
          <a:lstStyle>
            <a:lvl1pPr>
              <a:defRPr>
                <a:solidFill>
                  <a:schemeClr val="accent1"/>
                </a:solidFill>
              </a:defRPr>
            </a:lvl1pPr>
          </a:lstStyle>
          <a:p>
            <a:r>
              <a:rPr lang="en-AU"/>
              <a:t>Click to edit Master title style</a:t>
            </a:r>
            <a:endParaRPr lang="en-US" dirty="0"/>
          </a:p>
        </p:txBody>
      </p:sp>
      <p:sp>
        <p:nvSpPr>
          <p:cNvPr id="4" name="Content Placeholder 3"/>
          <p:cNvSpPr>
            <a:spLocks noGrp="1"/>
          </p:cNvSpPr>
          <p:nvPr>
            <p:ph sz="half" idx="2"/>
          </p:nvPr>
        </p:nvSpPr>
        <p:spPr>
          <a:xfrm>
            <a:off x="4648200" y="1359925"/>
            <a:ext cx="4038600" cy="4525963"/>
          </a:xfrm>
        </p:spPr>
        <p:txBody>
          <a:bodyPr>
            <a:normAutofit/>
          </a:bodyPr>
          <a:lstStyle>
            <a:lvl1pPr>
              <a:defRPr sz="2400"/>
            </a:lvl1pPr>
            <a:lvl2pPr>
              <a:defRPr sz="24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p:txBody>
      </p:sp>
      <p:sp>
        <p:nvSpPr>
          <p:cNvPr id="8" name="Text Placeholder 7"/>
          <p:cNvSpPr>
            <a:spLocks noGrp="1"/>
          </p:cNvSpPr>
          <p:nvPr>
            <p:ph type="body" sz="quarter" idx="11"/>
          </p:nvPr>
        </p:nvSpPr>
        <p:spPr>
          <a:xfrm>
            <a:off x="457200" y="5491163"/>
            <a:ext cx="4038600" cy="537602"/>
          </a:xfrm>
        </p:spPr>
        <p:txBody>
          <a:bodyPr lIns="0" tIns="72000" rIns="72000">
            <a:noAutofit/>
          </a:bodyPr>
          <a:lstStyle>
            <a:lvl1pPr marL="0" marR="0" indent="0" algn="l" defTabSz="457200" rtl="0" eaLnBrk="1" fontAlgn="auto" latinLnBrk="0" hangingPunct="1">
              <a:lnSpc>
                <a:spcPct val="100000"/>
              </a:lnSpc>
              <a:spcBef>
                <a:spcPct val="20000"/>
              </a:spcBef>
              <a:spcAft>
                <a:spcPts val="0"/>
              </a:spcAft>
              <a:buClrTx/>
              <a:buSzTx/>
              <a:buFont typeface="Lucida Grande"/>
              <a:buNone/>
              <a:tabLst/>
              <a:defRPr sz="1100"/>
            </a:lvl1pPr>
            <a:lvl2pPr>
              <a:defRPr sz="1100"/>
            </a:lvl2pPr>
            <a:lvl3pPr>
              <a:defRPr sz="1100"/>
            </a:lvl3pPr>
            <a:lvl4pPr>
              <a:defRPr sz="1100"/>
            </a:lvl4pPr>
            <a:lvl5pPr>
              <a:defRPr sz="1100"/>
            </a:lvl5pPr>
          </a:lstStyle>
          <a:p>
            <a:pPr lvl="0"/>
            <a:r>
              <a:rPr lang="en-AU"/>
              <a:t>Click to edit Master text styles</a:t>
            </a:r>
          </a:p>
          <a:p>
            <a:pPr lvl="1"/>
            <a:r>
              <a:rPr lang="en-AU"/>
              <a:t>Second level</a:t>
            </a:r>
          </a:p>
          <a:p>
            <a:pPr lvl="2"/>
            <a:r>
              <a:rPr lang="en-AU"/>
              <a:t>Third level</a:t>
            </a:r>
          </a:p>
        </p:txBody>
      </p:sp>
    </p:spTree>
    <p:extLst>
      <p:ext uri="{BB962C8B-B14F-4D97-AF65-F5344CB8AC3E}">
        <p14:creationId xmlns:p14="http://schemas.microsoft.com/office/powerpoint/2010/main" val="40255055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Content and Chart">
    <p:spTree>
      <p:nvGrpSpPr>
        <p:cNvPr id="1" name=""/>
        <p:cNvGrpSpPr/>
        <p:nvPr/>
      </p:nvGrpSpPr>
      <p:grpSpPr>
        <a:xfrm>
          <a:off x="0" y="0"/>
          <a:ext cx="0" cy="0"/>
          <a:chOff x="0" y="0"/>
          <a:chExt cx="0" cy="0"/>
        </a:xfrm>
      </p:grpSpPr>
      <p:sp>
        <p:nvSpPr>
          <p:cNvPr id="6" name="Chart Placeholder 5"/>
          <p:cNvSpPr>
            <a:spLocks noGrp="1"/>
          </p:cNvSpPr>
          <p:nvPr>
            <p:ph type="chart" sz="quarter" idx="13"/>
          </p:nvPr>
        </p:nvSpPr>
        <p:spPr>
          <a:xfrm>
            <a:off x="457200" y="1360488"/>
            <a:ext cx="4038600" cy="4130675"/>
          </a:xfrm>
        </p:spPr>
        <p:txBody>
          <a:bodyPr/>
          <a:lstStyle>
            <a:lvl1pPr marL="0" marR="0" indent="0" algn="l" defTabSz="457200" rtl="0" eaLnBrk="1" fontAlgn="auto" latinLnBrk="0" hangingPunct="1">
              <a:lnSpc>
                <a:spcPct val="100000"/>
              </a:lnSpc>
              <a:spcBef>
                <a:spcPct val="20000"/>
              </a:spcBef>
              <a:spcAft>
                <a:spcPts val="0"/>
              </a:spcAft>
              <a:buClrTx/>
              <a:buSzTx/>
              <a:buFont typeface="Lucida Grande"/>
              <a:buNone/>
              <a:tabLst/>
              <a:defRPr/>
            </a:lvl1pPr>
          </a:lstStyle>
          <a:p>
            <a:pPr lvl="0"/>
            <a:r>
              <a:rPr lang="en-AU" noProof="0"/>
              <a:t>Click icon to add chart</a:t>
            </a:r>
            <a:endParaRPr lang="en-US" noProof="0" dirty="0"/>
          </a:p>
        </p:txBody>
      </p:sp>
      <p:sp>
        <p:nvSpPr>
          <p:cNvPr id="2" name="Title 1"/>
          <p:cNvSpPr>
            <a:spLocks noGrp="1"/>
          </p:cNvSpPr>
          <p:nvPr>
            <p:ph type="title"/>
          </p:nvPr>
        </p:nvSpPr>
        <p:spPr/>
        <p:txBody>
          <a:bodyPr/>
          <a:lstStyle>
            <a:lvl1pPr>
              <a:defRPr>
                <a:solidFill>
                  <a:schemeClr val="accent1"/>
                </a:solidFill>
              </a:defRPr>
            </a:lvl1pPr>
          </a:lstStyle>
          <a:p>
            <a:r>
              <a:rPr lang="en-AU"/>
              <a:t>Click to edit Master title style</a:t>
            </a:r>
            <a:endParaRPr lang="en-US" dirty="0"/>
          </a:p>
        </p:txBody>
      </p:sp>
      <p:sp>
        <p:nvSpPr>
          <p:cNvPr id="4" name="Content Placeholder 3"/>
          <p:cNvSpPr>
            <a:spLocks noGrp="1"/>
          </p:cNvSpPr>
          <p:nvPr>
            <p:ph sz="half" idx="2"/>
          </p:nvPr>
        </p:nvSpPr>
        <p:spPr>
          <a:xfrm>
            <a:off x="4648200" y="1359925"/>
            <a:ext cx="4038600" cy="4525963"/>
          </a:xfrm>
        </p:spPr>
        <p:txBody>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p:txBody>
      </p:sp>
      <p:sp>
        <p:nvSpPr>
          <p:cNvPr id="8" name="Text Placeholder 7"/>
          <p:cNvSpPr>
            <a:spLocks noGrp="1"/>
          </p:cNvSpPr>
          <p:nvPr>
            <p:ph type="body" sz="quarter" idx="11"/>
          </p:nvPr>
        </p:nvSpPr>
        <p:spPr>
          <a:xfrm>
            <a:off x="457200" y="5491163"/>
            <a:ext cx="4038600" cy="537602"/>
          </a:xfrm>
        </p:spPr>
        <p:txBody>
          <a:bodyPr lIns="0" tIns="72000" rIns="72000">
            <a:noAutofit/>
          </a:bodyPr>
          <a:lstStyle>
            <a:lvl1pPr marL="0" marR="0" indent="0" algn="l" defTabSz="457200" rtl="0" eaLnBrk="1" fontAlgn="auto" latinLnBrk="0" hangingPunct="1">
              <a:lnSpc>
                <a:spcPct val="100000"/>
              </a:lnSpc>
              <a:spcBef>
                <a:spcPct val="20000"/>
              </a:spcBef>
              <a:spcAft>
                <a:spcPts val="0"/>
              </a:spcAft>
              <a:buClrTx/>
              <a:buSzTx/>
              <a:buFont typeface="Lucida Grande"/>
              <a:buNone/>
              <a:tabLst/>
              <a:defRPr sz="1100"/>
            </a:lvl1pPr>
            <a:lvl2pPr>
              <a:defRPr sz="1100"/>
            </a:lvl2pPr>
            <a:lvl3pPr>
              <a:defRPr sz="1100"/>
            </a:lvl3pPr>
            <a:lvl4pPr>
              <a:defRPr sz="1100"/>
            </a:lvl4pPr>
            <a:lvl5pPr>
              <a:defRPr sz="1100"/>
            </a:lvl5pPr>
          </a:lstStyle>
          <a:p>
            <a:pPr lvl="0"/>
            <a:r>
              <a:rPr lang="en-AU"/>
              <a:t>Click to edit Master text styles</a:t>
            </a:r>
          </a:p>
          <a:p>
            <a:pPr lvl="1"/>
            <a:r>
              <a:rPr lang="en-AU"/>
              <a:t>Second level</a:t>
            </a:r>
          </a:p>
          <a:p>
            <a:pPr lvl="2"/>
            <a:r>
              <a:rPr lang="en-AU"/>
              <a:t>Third level</a:t>
            </a:r>
          </a:p>
        </p:txBody>
      </p:sp>
    </p:spTree>
    <p:extLst>
      <p:ext uri="{BB962C8B-B14F-4D97-AF65-F5344CB8AC3E}">
        <p14:creationId xmlns:p14="http://schemas.microsoft.com/office/powerpoint/2010/main" val="13159214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p:txBody>
          <a:bodyPr anchor="ctr" anchorCtr="1"/>
          <a:lstStyle>
            <a:lvl1pPr marL="0" indent="0" algn="ctr">
              <a:buNone/>
              <a:defRPr baseline="0"/>
            </a:lvl1pPr>
          </a:lstStyle>
          <a:p>
            <a:pPr lvl="0"/>
            <a:r>
              <a:rPr lang="en-AU" noProof="0"/>
              <a:t>Drag picture to placeholder or click icon to add</a:t>
            </a:r>
            <a:endParaRPr lang="en-US" noProof="0" dirty="0"/>
          </a:p>
        </p:txBody>
      </p:sp>
      <p:sp>
        <p:nvSpPr>
          <p:cNvPr id="2" name="Title 1"/>
          <p:cNvSpPr>
            <a:spLocks noGrp="1"/>
          </p:cNvSpPr>
          <p:nvPr>
            <p:ph type="title"/>
          </p:nvPr>
        </p:nvSpPr>
        <p:spPr/>
        <p:txBody>
          <a:bodyPr/>
          <a:lstStyle>
            <a:lvl1pPr>
              <a:defRPr>
                <a:solidFill>
                  <a:schemeClr val="accent1"/>
                </a:solidFill>
              </a:defRPr>
            </a:lvl1pPr>
          </a:lstStyle>
          <a:p>
            <a:r>
              <a:rPr lang="en-AU"/>
              <a:t>Click to edit Master title style</a:t>
            </a:r>
            <a:endParaRPr lang="en-US" dirty="0"/>
          </a:p>
        </p:txBody>
      </p:sp>
    </p:spTree>
    <p:extLst>
      <p:ext uri="{BB962C8B-B14F-4D97-AF65-F5344CB8AC3E}">
        <p14:creationId xmlns:p14="http://schemas.microsoft.com/office/powerpoint/2010/main" val="4446883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AU"/>
              <a:t>Click to edit Master title style</a:t>
            </a:r>
            <a:endParaRPr lang="en-US" dirty="0"/>
          </a:p>
        </p:txBody>
      </p:sp>
    </p:spTree>
    <p:extLst>
      <p:ext uri="{BB962C8B-B14F-4D97-AF65-F5344CB8AC3E}">
        <p14:creationId xmlns:p14="http://schemas.microsoft.com/office/powerpoint/2010/main" val="37064950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23491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Divider - Option 1">
    <p:spTree>
      <p:nvGrpSpPr>
        <p:cNvPr id="1" name=""/>
        <p:cNvGrpSpPr/>
        <p:nvPr/>
      </p:nvGrpSpPr>
      <p:grpSpPr>
        <a:xfrm>
          <a:off x="0" y="0"/>
          <a:ext cx="0" cy="0"/>
          <a:chOff x="0" y="0"/>
          <a:chExt cx="0" cy="0"/>
        </a:xfrm>
      </p:grpSpPr>
      <p:sp>
        <p:nvSpPr>
          <p:cNvPr id="6" name="Rectangle 5"/>
          <p:cNvSpPr/>
          <p:nvPr userDrawn="1"/>
        </p:nvSpPr>
        <p:spPr>
          <a:xfrm>
            <a:off x="0" y="0"/>
            <a:ext cx="9144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solidFill>
                <a:schemeClr val="bg1"/>
              </a:solidFill>
            </a:endParaRPr>
          </a:p>
        </p:txBody>
      </p:sp>
      <p:pic>
        <p:nvPicPr>
          <p:cNvPr id="8" name="Picture 7" descr="USY_MB1_PMS_1_Colour_Reversed_Logo.png"/>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bwMode="auto">
          <a:xfrm>
            <a:off x="454025" y="5905500"/>
            <a:ext cx="1536700" cy="530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 name="Title 8"/>
          <p:cNvSpPr>
            <a:spLocks noGrp="1"/>
          </p:cNvSpPr>
          <p:nvPr>
            <p:ph type="title"/>
          </p:nvPr>
        </p:nvSpPr>
        <p:spPr>
          <a:xfrm>
            <a:off x="381884" y="348302"/>
            <a:ext cx="8388586" cy="443577"/>
          </a:xfrm>
        </p:spPr>
        <p:txBody>
          <a:bodyPr anchor="t"/>
          <a:lstStyle>
            <a:lvl1pPr>
              <a:defRPr sz="2800" baseline="0">
                <a:solidFill>
                  <a:schemeClr val="accent1"/>
                </a:solidFill>
              </a:defRPr>
            </a:lvl1pPr>
          </a:lstStyle>
          <a:p>
            <a:r>
              <a:rPr lang="en-AU"/>
              <a:t>Click to edit Master title style</a:t>
            </a:r>
            <a:endParaRPr lang="en-US" dirty="0"/>
          </a:p>
        </p:txBody>
      </p:sp>
      <p:sp>
        <p:nvSpPr>
          <p:cNvPr id="5" name="Text Placeholder 4"/>
          <p:cNvSpPr>
            <a:spLocks noGrp="1"/>
          </p:cNvSpPr>
          <p:nvPr>
            <p:ph type="body" sz="quarter" idx="11"/>
          </p:nvPr>
        </p:nvSpPr>
        <p:spPr>
          <a:xfrm>
            <a:off x="382765" y="799353"/>
            <a:ext cx="8387705" cy="852488"/>
          </a:xfrm>
        </p:spPr>
        <p:txBody>
          <a:bodyPr/>
          <a:lstStyle>
            <a:lvl1pPr marL="0" indent="0">
              <a:lnSpc>
                <a:spcPct val="90000"/>
              </a:lnSpc>
              <a:buNone/>
              <a:defRPr sz="240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AU"/>
              <a:t>Click to edit Master text styles</a:t>
            </a:r>
          </a:p>
        </p:txBody>
      </p:sp>
      <p:sp>
        <p:nvSpPr>
          <p:cNvPr id="7" name="Picture Placeholder 13"/>
          <p:cNvSpPr>
            <a:spLocks noGrp="1"/>
          </p:cNvSpPr>
          <p:nvPr>
            <p:ph type="pic" sz="quarter" idx="12"/>
          </p:nvPr>
        </p:nvSpPr>
        <p:spPr>
          <a:xfrm>
            <a:off x="454455" y="1800412"/>
            <a:ext cx="8226486" cy="4635496"/>
          </a:xfrm>
          <a:solidFill>
            <a:srgbClr val="D9D9D9"/>
          </a:solidFill>
        </p:spPr>
        <p:txBody>
          <a:bodyPr anchor="ctr" anchorCtr="0"/>
          <a:lstStyle>
            <a:lvl1pPr marL="0" indent="0" algn="ctr">
              <a:buNone/>
              <a:defRPr/>
            </a:lvl1pPr>
          </a:lstStyle>
          <a:p>
            <a:pPr lvl="0"/>
            <a:r>
              <a:rPr lang="en-AU" noProof="0"/>
              <a:t>Drag picture to placeholder or click icon to add</a:t>
            </a:r>
            <a:endParaRPr lang="en-US" noProof="0" dirty="0"/>
          </a:p>
        </p:txBody>
      </p:sp>
    </p:spTree>
    <p:extLst>
      <p:ext uri="{BB962C8B-B14F-4D97-AF65-F5344CB8AC3E}">
        <p14:creationId xmlns:p14="http://schemas.microsoft.com/office/powerpoint/2010/main" val="271379993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Section Divider - Option 2">
    <p:spTree>
      <p:nvGrpSpPr>
        <p:cNvPr id="1" name=""/>
        <p:cNvGrpSpPr/>
        <p:nvPr/>
      </p:nvGrpSpPr>
      <p:grpSpPr>
        <a:xfrm>
          <a:off x="0" y="0"/>
          <a:ext cx="0" cy="0"/>
          <a:chOff x="0" y="0"/>
          <a:chExt cx="0" cy="0"/>
        </a:xfrm>
      </p:grpSpPr>
      <p:pic>
        <p:nvPicPr>
          <p:cNvPr id="3" name="Picture 2" descr="PPT Template background file_Blu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Title 8"/>
          <p:cNvSpPr>
            <a:spLocks noGrp="1"/>
          </p:cNvSpPr>
          <p:nvPr>
            <p:ph type="title"/>
          </p:nvPr>
        </p:nvSpPr>
        <p:spPr>
          <a:xfrm>
            <a:off x="381884" y="1797599"/>
            <a:ext cx="3948874" cy="443577"/>
          </a:xfrm>
        </p:spPr>
        <p:txBody>
          <a:bodyPr anchor="t"/>
          <a:lstStyle>
            <a:lvl1pPr>
              <a:defRPr baseline="0">
                <a:solidFill>
                  <a:schemeClr val="bg1"/>
                </a:solidFill>
              </a:defRPr>
            </a:lvl1pPr>
          </a:lstStyle>
          <a:p>
            <a:r>
              <a:rPr lang="en-AU"/>
              <a:t>Click to edit Master title style</a:t>
            </a:r>
            <a:endParaRPr lang="en-US" dirty="0"/>
          </a:p>
        </p:txBody>
      </p:sp>
      <p:sp>
        <p:nvSpPr>
          <p:cNvPr id="5" name="Text Placeholder 4"/>
          <p:cNvSpPr>
            <a:spLocks noGrp="1"/>
          </p:cNvSpPr>
          <p:nvPr>
            <p:ph type="body" sz="quarter" idx="11"/>
          </p:nvPr>
        </p:nvSpPr>
        <p:spPr>
          <a:xfrm>
            <a:off x="382766" y="2248650"/>
            <a:ext cx="3947992" cy="852488"/>
          </a:xfrm>
        </p:spPr>
        <p:txBody>
          <a:bodyPr/>
          <a:lstStyle>
            <a:lvl1pPr marL="0" indent="0">
              <a:lnSpc>
                <a:spcPct val="90000"/>
              </a:lnSpc>
              <a:buNone/>
              <a:defRPr sz="24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AU"/>
              <a:t>Click to edit Master text styles</a:t>
            </a:r>
          </a:p>
        </p:txBody>
      </p:sp>
    </p:spTree>
    <p:extLst>
      <p:ext uri="{BB962C8B-B14F-4D97-AF65-F5344CB8AC3E}">
        <p14:creationId xmlns:p14="http://schemas.microsoft.com/office/powerpoint/2010/main" val="111959676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Divider - Option 3">
    <p:spTree>
      <p:nvGrpSpPr>
        <p:cNvPr id="1" name=""/>
        <p:cNvGrpSpPr/>
        <p:nvPr/>
      </p:nvGrpSpPr>
      <p:grpSpPr>
        <a:xfrm>
          <a:off x="0" y="0"/>
          <a:ext cx="0" cy="0"/>
          <a:chOff x="0" y="0"/>
          <a:chExt cx="0" cy="0"/>
        </a:xfrm>
      </p:grpSpPr>
      <p:pic>
        <p:nvPicPr>
          <p:cNvPr id="2" name="Picture 1" descr="PPT Template background file_Yellow.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Title 8"/>
          <p:cNvSpPr>
            <a:spLocks noGrp="1"/>
          </p:cNvSpPr>
          <p:nvPr>
            <p:ph type="title"/>
          </p:nvPr>
        </p:nvSpPr>
        <p:spPr>
          <a:xfrm>
            <a:off x="381884" y="1797599"/>
            <a:ext cx="3948874" cy="443577"/>
          </a:xfrm>
        </p:spPr>
        <p:txBody>
          <a:bodyPr anchor="t"/>
          <a:lstStyle>
            <a:lvl1pPr>
              <a:defRPr baseline="0">
                <a:solidFill>
                  <a:schemeClr val="tx1"/>
                </a:solidFill>
              </a:defRPr>
            </a:lvl1pPr>
          </a:lstStyle>
          <a:p>
            <a:r>
              <a:rPr lang="en-AU"/>
              <a:t>Click to edit Master title style</a:t>
            </a:r>
            <a:endParaRPr lang="en-US" dirty="0"/>
          </a:p>
        </p:txBody>
      </p:sp>
      <p:sp>
        <p:nvSpPr>
          <p:cNvPr id="5" name="Text Placeholder 4"/>
          <p:cNvSpPr>
            <a:spLocks noGrp="1"/>
          </p:cNvSpPr>
          <p:nvPr>
            <p:ph type="body" sz="quarter" idx="11"/>
          </p:nvPr>
        </p:nvSpPr>
        <p:spPr>
          <a:xfrm>
            <a:off x="382766" y="2248650"/>
            <a:ext cx="3947992" cy="852488"/>
          </a:xfrm>
        </p:spPr>
        <p:txBody>
          <a:bodyPr/>
          <a:lstStyle>
            <a:lvl1pPr marL="0" indent="0">
              <a:lnSpc>
                <a:spcPct val="90000"/>
              </a:lnSpc>
              <a:buNone/>
              <a:defRPr sz="240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AU"/>
              <a:t>Click to edit Master text styles</a:t>
            </a:r>
          </a:p>
        </p:txBody>
      </p:sp>
    </p:spTree>
    <p:extLst>
      <p:ext uri="{BB962C8B-B14F-4D97-AF65-F5344CB8AC3E}">
        <p14:creationId xmlns:p14="http://schemas.microsoft.com/office/powerpoint/2010/main" val="38175542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ction Divider - Option 4">
    <p:spTree>
      <p:nvGrpSpPr>
        <p:cNvPr id="1" name=""/>
        <p:cNvGrpSpPr/>
        <p:nvPr/>
      </p:nvGrpSpPr>
      <p:grpSpPr>
        <a:xfrm>
          <a:off x="0" y="0"/>
          <a:ext cx="0" cy="0"/>
          <a:chOff x="0" y="0"/>
          <a:chExt cx="0" cy="0"/>
        </a:xfrm>
      </p:grpSpPr>
      <p:pic>
        <p:nvPicPr>
          <p:cNvPr id="2" name="Picture 1" descr="PPT Template background file_Charcoal.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Title 8"/>
          <p:cNvSpPr>
            <a:spLocks noGrp="1"/>
          </p:cNvSpPr>
          <p:nvPr>
            <p:ph type="title"/>
          </p:nvPr>
        </p:nvSpPr>
        <p:spPr>
          <a:xfrm>
            <a:off x="381884" y="1797599"/>
            <a:ext cx="3948874" cy="443577"/>
          </a:xfrm>
        </p:spPr>
        <p:txBody>
          <a:bodyPr anchor="t"/>
          <a:lstStyle>
            <a:lvl1pPr>
              <a:defRPr baseline="0">
                <a:solidFill>
                  <a:schemeClr val="bg1"/>
                </a:solidFill>
              </a:defRPr>
            </a:lvl1pPr>
          </a:lstStyle>
          <a:p>
            <a:r>
              <a:rPr lang="en-AU"/>
              <a:t>Click to edit Master title style</a:t>
            </a:r>
            <a:endParaRPr lang="en-US" dirty="0"/>
          </a:p>
        </p:txBody>
      </p:sp>
      <p:sp>
        <p:nvSpPr>
          <p:cNvPr id="5" name="Text Placeholder 4"/>
          <p:cNvSpPr>
            <a:spLocks noGrp="1"/>
          </p:cNvSpPr>
          <p:nvPr>
            <p:ph type="body" sz="quarter" idx="11"/>
          </p:nvPr>
        </p:nvSpPr>
        <p:spPr>
          <a:xfrm>
            <a:off x="382766" y="2248650"/>
            <a:ext cx="3947992" cy="852488"/>
          </a:xfrm>
        </p:spPr>
        <p:txBody>
          <a:bodyPr/>
          <a:lstStyle>
            <a:lvl1pPr marL="0" indent="0">
              <a:lnSpc>
                <a:spcPct val="90000"/>
              </a:lnSpc>
              <a:buNone/>
              <a:defRPr sz="24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AU"/>
              <a:t>Click to edit Master text styles</a:t>
            </a:r>
          </a:p>
        </p:txBody>
      </p:sp>
    </p:spTree>
    <p:extLst>
      <p:ext uri="{BB962C8B-B14F-4D97-AF65-F5344CB8AC3E}">
        <p14:creationId xmlns:p14="http://schemas.microsoft.com/office/powerpoint/2010/main" val="399309197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dirty="0"/>
          </a:p>
        </p:txBody>
      </p:sp>
      <p:sp>
        <p:nvSpPr>
          <p:cNvPr id="3" name="Content Placeholder 2"/>
          <p:cNvSpPr>
            <a:spLocks noGrp="1"/>
          </p:cNvSpPr>
          <p:nvPr>
            <p:ph idx="1"/>
          </p:nvPr>
        </p:nvSpPr>
        <p:spPr>
          <a:xfrm>
            <a:off x="250824" y="1773238"/>
            <a:ext cx="8662989" cy="4679949"/>
          </a:xfrm>
        </p:spPr>
        <p:txBody>
          <a:bodyPr/>
          <a:lstStyle>
            <a:lvl1pPr>
              <a:spcBef>
                <a:spcPts val="500"/>
              </a:spcBef>
              <a:spcAft>
                <a:spcPts val="500"/>
              </a:spcAft>
              <a:defRPr/>
            </a:lvl1pPr>
            <a:lvl2pPr>
              <a:spcBef>
                <a:spcPts val="500"/>
              </a:spcBef>
              <a:spcAft>
                <a:spcPts val="500"/>
              </a:spcAft>
              <a:defRPr/>
            </a:lvl2pPr>
            <a:lvl3pPr>
              <a:spcBef>
                <a:spcPts val="500"/>
              </a:spcBef>
              <a:spcAft>
                <a:spcPts val="500"/>
              </a:spcAft>
              <a:defRPr/>
            </a:lvl3pPr>
            <a:lvl4pPr>
              <a:spcBef>
                <a:spcPts val="500"/>
              </a:spcBef>
              <a:spcAft>
                <a:spcPts val="500"/>
              </a:spcAft>
              <a:defRPr/>
            </a:lvl4pPr>
            <a:lvl5pPr>
              <a:spcBef>
                <a:spcPts val="500"/>
              </a:spcBef>
              <a:spcAft>
                <a:spcPts val="500"/>
              </a:spcAf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9" name="Text Placeholder 8"/>
          <p:cNvSpPr>
            <a:spLocks noGrp="1"/>
          </p:cNvSpPr>
          <p:nvPr>
            <p:ph type="body" sz="quarter" idx="13"/>
          </p:nvPr>
        </p:nvSpPr>
        <p:spPr>
          <a:xfrm>
            <a:off x="250825" y="1268413"/>
            <a:ext cx="8662988" cy="485791"/>
          </a:xfrm>
        </p:spPr>
        <p:txBody>
          <a:bodyPr tIns="0" rIns="0" bIns="0" anchor="ctr">
            <a:normAutofit/>
          </a:bodyPr>
          <a:lstStyle>
            <a:lvl1pPr marL="0" indent="0">
              <a:lnSpc>
                <a:spcPts val="1800"/>
              </a:lnSpc>
              <a:spcBef>
                <a:spcPts val="0"/>
              </a:spcBef>
              <a:spcAft>
                <a:spcPts val="0"/>
              </a:spcAft>
              <a:buNone/>
              <a:defRPr sz="2000">
                <a:solidFill>
                  <a:schemeClr val="tx1"/>
                </a:solidFill>
              </a:defRPr>
            </a:lvl1pPr>
          </a:lstStyle>
          <a:p>
            <a:pPr lvl="0"/>
            <a:r>
              <a:rPr lang="en-US"/>
              <a:t>Click to edit Master text styles</a:t>
            </a:r>
          </a:p>
        </p:txBody>
      </p:sp>
      <p:sp>
        <p:nvSpPr>
          <p:cNvPr id="5" name="Slide Number Placeholder 5"/>
          <p:cNvSpPr>
            <a:spLocks noGrp="1"/>
          </p:cNvSpPr>
          <p:nvPr userDrawn="1">
            <p:ph type="sldNum" sz="quarter" idx="14"/>
          </p:nvPr>
        </p:nvSpPr>
        <p:spPr>
          <a:xfrm>
            <a:off x="8664575" y="6586538"/>
            <a:ext cx="249238" cy="214312"/>
          </a:xfrm>
          <a:prstGeom prst="rect">
            <a:avLst/>
          </a:prstGeom>
        </p:spPr>
        <p:txBody>
          <a:bodyPr/>
          <a:lstStyle>
            <a:lvl1pPr>
              <a:defRPr>
                <a:latin typeface="Tw Cen MT"/>
              </a:defRPr>
            </a:lvl1pPr>
          </a:lstStyle>
          <a:p>
            <a:pPr>
              <a:defRPr/>
            </a:pPr>
            <a:fld id="{82DE76D6-9D2D-1B42-8DC0-C49F9B330DC3}" type="slidenum">
              <a:rPr lang="en-AU" smtClean="0"/>
              <a:pPr>
                <a:defRPr/>
              </a:pPr>
              <a:t>‹#›</a:t>
            </a:fld>
            <a:endParaRPr lang="en-AU" dirty="0"/>
          </a:p>
        </p:txBody>
      </p:sp>
    </p:spTree>
    <p:extLst>
      <p:ext uri="{BB962C8B-B14F-4D97-AF65-F5344CB8AC3E}">
        <p14:creationId xmlns:p14="http://schemas.microsoft.com/office/powerpoint/2010/main" val="265877953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dirty="0"/>
          </a:p>
        </p:txBody>
      </p:sp>
      <p:sp>
        <p:nvSpPr>
          <p:cNvPr id="3" name="Content Placeholder 2"/>
          <p:cNvSpPr>
            <a:spLocks noGrp="1"/>
          </p:cNvSpPr>
          <p:nvPr>
            <p:ph idx="1"/>
          </p:nvPr>
        </p:nvSpPr>
        <p:spPr>
          <a:xfrm>
            <a:off x="250824" y="1773238"/>
            <a:ext cx="8662989" cy="4679949"/>
          </a:xfrm>
        </p:spPr>
        <p:txBody>
          <a:bodyPr/>
          <a:lstStyle>
            <a:lvl1pPr>
              <a:spcBef>
                <a:spcPts val="500"/>
              </a:spcBef>
              <a:spcAft>
                <a:spcPts val="500"/>
              </a:spcAft>
              <a:defRPr/>
            </a:lvl1pPr>
            <a:lvl2pPr>
              <a:spcBef>
                <a:spcPts val="500"/>
              </a:spcBef>
              <a:spcAft>
                <a:spcPts val="500"/>
              </a:spcAft>
              <a:defRPr/>
            </a:lvl2pPr>
            <a:lvl3pPr>
              <a:spcBef>
                <a:spcPts val="500"/>
              </a:spcBef>
              <a:spcAft>
                <a:spcPts val="500"/>
              </a:spcAft>
              <a:defRPr/>
            </a:lvl3pPr>
            <a:lvl4pPr>
              <a:spcBef>
                <a:spcPts val="500"/>
              </a:spcBef>
              <a:spcAft>
                <a:spcPts val="500"/>
              </a:spcAft>
              <a:defRPr/>
            </a:lvl4pPr>
            <a:lvl5pPr>
              <a:spcBef>
                <a:spcPts val="500"/>
              </a:spcBef>
              <a:spcAft>
                <a:spcPts val="500"/>
              </a:spcAf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9" name="Text Placeholder 8"/>
          <p:cNvSpPr>
            <a:spLocks noGrp="1"/>
          </p:cNvSpPr>
          <p:nvPr>
            <p:ph type="body" sz="quarter" idx="13"/>
          </p:nvPr>
        </p:nvSpPr>
        <p:spPr>
          <a:xfrm>
            <a:off x="250825" y="1268413"/>
            <a:ext cx="8662988" cy="485791"/>
          </a:xfrm>
        </p:spPr>
        <p:txBody>
          <a:bodyPr tIns="0" rIns="0" bIns="0" anchor="ctr">
            <a:normAutofit/>
          </a:bodyPr>
          <a:lstStyle>
            <a:lvl1pPr marL="0" indent="0">
              <a:lnSpc>
                <a:spcPts val="1800"/>
              </a:lnSpc>
              <a:spcBef>
                <a:spcPts val="0"/>
              </a:spcBef>
              <a:spcAft>
                <a:spcPts val="0"/>
              </a:spcAft>
              <a:buNone/>
              <a:defRPr sz="2000">
                <a:solidFill>
                  <a:schemeClr val="tx1"/>
                </a:solidFill>
              </a:defRPr>
            </a:lvl1pPr>
          </a:lstStyle>
          <a:p>
            <a:pPr lvl="0"/>
            <a:r>
              <a:rPr lang="en-US"/>
              <a:t>Click to edit Master text styles</a:t>
            </a:r>
          </a:p>
        </p:txBody>
      </p:sp>
      <p:sp>
        <p:nvSpPr>
          <p:cNvPr id="5" name="Slide Number Placeholder 5"/>
          <p:cNvSpPr>
            <a:spLocks noGrp="1"/>
          </p:cNvSpPr>
          <p:nvPr userDrawn="1">
            <p:ph type="sldNum" sz="quarter" idx="14"/>
          </p:nvPr>
        </p:nvSpPr>
        <p:spPr>
          <a:xfrm>
            <a:off x="8664575" y="6586538"/>
            <a:ext cx="249238" cy="214312"/>
          </a:xfrm>
          <a:prstGeom prst="rect">
            <a:avLst/>
          </a:prstGeom>
        </p:spPr>
        <p:txBody>
          <a:bodyPr/>
          <a:lstStyle>
            <a:lvl1pPr>
              <a:defRPr>
                <a:latin typeface="Tw Cen MT"/>
              </a:defRPr>
            </a:lvl1pPr>
          </a:lstStyle>
          <a:p>
            <a:pPr>
              <a:defRPr/>
            </a:pPr>
            <a:fld id="{7F3F4E6C-24DC-6D41-A26E-7653FC0CD228}" type="slidenum">
              <a:rPr lang="en-AU" smtClean="0"/>
              <a:pPr>
                <a:defRPr/>
              </a:pPr>
              <a:t>‹#›</a:t>
            </a:fld>
            <a:endParaRPr lang="en-AU" dirty="0"/>
          </a:p>
        </p:txBody>
      </p:sp>
    </p:spTree>
    <p:extLst>
      <p:ext uri="{BB962C8B-B14F-4D97-AF65-F5344CB8AC3E}">
        <p14:creationId xmlns:p14="http://schemas.microsoft.com/office/powerpoint/2010/main" val="156259071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dirty="0"/>
          </a:p>
        </p:txBody>
      </p:sp>
      <p:sp>
        <p:nvSpPr>
          <p:cNvPr id="3" name="Content Placeholder 2"/>
          <p:cNvSpPr>
            <a:spLocks noGrp="1"/>
          </p:cNvSpPr>
          <p:nvPr>
            <p:ph idx="1"/>
          </p:nvPr>
        </p:nvSpPr>
        <p:spPr>
          <a:xfrm>
            <a:off x="250824" y="1773238"/>
            <a:ext cx="8662989" cy="4679949"/>
          </a:xfrm>
        </p:spPr>
        <p:txBody>
          <a:bodyPr/>
          <a:lstStyle>
            <a:lvl1pPr>
              <a:spcBef>
                <a:spcPts val="500"/>
              </a:spcBef>
              <a:spcAft>
                <a:spcPts val="500"/>
              </a:spcAft>
              <a:defRPr/>
            </a:lvl1pPr>
            <a:lvl2pPr>
              <a:spcBef>
                <a:spcPts val="500"/>
              </a:spcBef>
              <a:spcAft>
                <a:spcPts val="500"/>
              </a:spcAft>
              <a:defRPr/>
            </a:lvl2pPr>
            <a:lvl3pPr>
              <a:spcBef>
                <a:spcPts val="500"/>
              </a:spcBef>
              <a:spcAft>
                <a:spcPts val="500"/>
              </a:spcAft>
              <a:defRPr/>
            </a:lvl3pPr>
            <a:lvl4pPr>
              <a:spcBef>
                <a:spcPts val="500"/>
              </a:spcBef>
              <a:spcAft>
                <a:spcPts val="500"/>
              </a:spcAft>
              <a:defRPr/>
            </a:lvl4pPr>
            <a:lvl5pPr>
              <a:spcBef>
                <a:spcPts val="500"/>
              </a:spcBef>
              <a:spcAft>
                <a:spcPts val="500"/>
              </a:spcAf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9" name="Text Placeholder 8"/>
          <p:cNvSpPr>
            <a:spLocks noGrp="1"/>
          </p:cNvSpPr>
          <p:nvPr>
            <p:ph type="body" sz="quarter" idx="13"/>
          </p:nvPr>
        </p:nvSpPr>
        <p:spPr>
          <a:xfrm>
            <a:off x="250825" y="1268413"/>
            <a:ext cx="8662988" cy="485791"/>
          </a:xfrm>
        </p:spPr>
        <p:txBody>
          <a:bodyPr tIns="0" rIns="0" bIns="0" anchor="ctr">
            <a:normAutofit/>
          </a:bodyPr>
          <a:lstStyle>
            <a:lvl1pPr marL="0" indent="0">
              <a:lnSpc>
                <a:spcPts val="1800"/>
              </a:lnSpc>
              <a:spcBef>
                <a:spcPts val="0"/>
              </a:spcBef>
              <a:spcAft>
                <a:spcPts val="0"/>
              </a:spcAft>
              <a:buNone/>
              <a:defRPr sz="2000">
                <a:solidFill>
                  <a:schemeClr val="tx1"/>
                </a:solidFill>
              </a:defRPr>
            </a:lvl1pPr>
          </a:lstStyle>
          <a:p>
            <a:pPr lvl="0"/>
            <a:r>
              <a:rPr lang="en-US"/>
              <a:t>Click to edit Master text styles</a:t>
            </a:r>
          </a:p>
        </p:txBody>
      </p:sp>
      <p:sp>
        <p:nvSpPr>
          <p:cNvPr id="5" name="Slide Number Placeholder 5"/>
          <p:cNvSpPr>
            <a:spLocks noGrp="1"/>
          </p:cNvSpPr>
          <p:nvPr userDrawn="1">
            <p:ph type="sldNum" sz="quarter" idx="14"/>
          </p:nvPr>
        </p:nvSpPr>
        <p:spPr>
          <a:xfrm>
            <a:off x="8664575" y="6586538"/>
            <a:ext cx="249238" cy="214312"/>
          </a:xfrm>
          <a:prstGeom prst="rect">
            <a:avLst/>
          </a:prstGeom>
        </p:spPr>
        <p:txBody>
          <a:bodyPr/>
          <a:lstStyle>
            <a:lvl1pPr>
              <a:defRPr>
                <a:latin typeface="Tw Cen MT"/>
              </a:defRPr>
            </a:lvl1pPr>
          </a:lstStyle>
          <a:p>
            <a:pPr>
              <a:defRPr/>
            </a:pPr>
            <a:fld id="{46AE6521-4A26-764B-A326-B11BEE68BDAC}" type="slidenum">
              <a:rPr lang="en-AU" smtClean="0"/>
              <a:pPr>
                <a:defRPr/>
              </a:pPr>
              <a:t>‹#›</a:t>
            </a:fld>
            <a:endParaRPr lang="en-AU" dirty="0"/>
          </a:p>
        </p:txBody>
      </p:sp>
    </p:spTree>
    <p:extLst>
      <p:ext uri="{BB962C8B-B14F-4D97-AF65-F5344CB8AC3E}">
        <p14:creationId xmlns:p14="http://schemas.microsoft.com/office/powerpoint/2010/main" val="285852269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dirty="0"/>
          </a:p>
        </p:txBody>
      </p:sp>
      <p:sp>
        <p:nvSpPr>
          <p:cNvPr id="3" name="Content Placeholder 2"/>
          <p:cNvSpPr>
            <a:spLocks noGrp="1"/>
          </p:cNvSpPr>
          <p:nvPr>
            <p:ph idx="1"/>
          </p:nvPr>
        </p:nvSpPr>
        <p:spPr>
          <a:xfrm>
            <a:off x="250824" y="1773238"/>
            <a:ext cx="8662989" cy="4679949"/>
          </a:xfrm>
        </p:spPr>
        <p:txBody>
          <a:bodyPr/>
          <a:lstStyle>
            <a:lvl1pPr>
              <a:spcBef>
                <a:spcPts val="500"/>
              </a:spcBef>
              <a:spcAft>
                <a:spcPts val="500"/>
              </a:spcAft>
              <a:defRPr/>
            </a:lvl1pPr>
            <a:lvl2pPr>
              <a:spcBef>
                <a:spcPts val="500"/>
              </a:spcBef>
              <a:spcAft>
                <a:spcPts val="500"/>
              </a:spcAft>
              <a:defRPr/>
            </a:lvl2pPr>
            <a:lvl3pPr>
              <a:spcBef>
                <a:spcPts val="500"/>
              </a:spcBef>
              <a:spcAft>
                <a:spcPts val="500"/>
              </a:spcAft>
              <a:defRPr/>
            </a:lvl3pPr>
            <a:lvl4pPr>
              <a:spcBef>
                <a:spcPts val="500"/>
              </a:spcBef>
              <a:spcAft>
                <a:spcPts val="500"/>
              </a:spcAft>
              <a:defRPr/>
            </a:lvl4pPr>
            <a:lvl5pPr>
              <a:spcBef>
                <a:spcPts val="500"/>
              </a:spcBef>
              <a:spcAft>
                <a:spcPts val="500"/>
              </a:spcAf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9" name="Text Placeholder 8"/>
          <p:cNvSpPr>
            <a:spLocks noGrp="1"/>
          </p:cNvSpPr>
          <p:nvPr>
            <p:ph type="body" sz="quarter" idx="13"/>
          </p:nvPr>
        </p:nvSpPr>
        <p:spPr>
          <a:xfrm>
            <a:off x="250825" y="1268413"/>
            <a:ext cx="8662988" cy="485791"/>
          </a:xfrm>
        </p:spPr>
        <p:txBody>
          <a:bodyPr tIns="0" rIns="0" bIns="0" anchor="ctr">
            <a:normAutofit/>
          </a:bodyPr>
          <a:lstStyle>
            <a:lvl1pPr marL="0" indent="0">
              <a:lnSpc>
                <a:spcPts val="1800"/>
              </a:lnSpc>
              <a:spcBef>
                <a:spcPts val="0"/>
              </a:spcBef>
              <a:spcAft>
                <a:spcPts val="0"/>
              </a:spcAft>
              <a:buNone/>
              <a:defRPr sz="2000">
                <a:solidFill>
                  <a:schemeClr val="tx1"/>
                </a:solidFill>
              </a:defRPr>
            </a:lvl1pPr>
          </a:lstStyle>
          <a:p>
            <a:pPr lvl="0"/>
            <a:r>
              <a:rPr lang="en-US"/>
              <a:t>Click to edit Master text styles</a:t>
            </a:r>
          </a:p>
        </p:txBody>
      </p:sp>
      <p:sp>
        <p:nvSpPr>
          <p:cNvPr id="5" name="Slide Number Placeholder 5"/>
          <p:cNvSpPr>
            <a:spLocks noGrp="1"/>
          </p:cNvSpPr>
          <p:nvPr userDrawn="1">
            <p:ph type="sldNum" sz="quarter" idx="14"/>
          </p:nvPr>
        </p:nvSpPr>
        <p:spPr>
          <a:xfrm>
            <a:off x="8664575" y="6586538"/>
            <a:ext cx="249238" cy="214312"/>
          </a:xfrm>
          <a:prstGeom prst="rect">
            <a:avLst/>
          </a:prstGeom>
        </p:spPr>
        <p:txBody>
          <a:bodyPr/>
          <a:lstStyle>
            <a:lvl1pPr>
              <a:defRPr>
                <a:latin typeface="Tw Cen MT"/>
              </a:defRPr>
            </a:lvl1pPr>
          </a:lstStyle>
          <a:p>
            <a:pPr>
              <a:defRPr/>
            </a:pPr>
            <a:fld id="{52BB8B37-7A6D-7E44-8812-991994B86F5A}" type="slidenum">
              <a:rPr lang="en-AU" smtClean="0"/>
              <a:pPr>
                <a:defRPr/>
              </a:pPr>
              <a:t>‹#›</a:t>
            </a:fld>
            <a:endParaRPr lang="en-AU" dirty="0"/>
          </a:p>
        </p:txBody>
      </p:sp>
    </p:spTree>
    <p:extLst>
      <p:ext uri="{BB962C8B-B14F-4D97-AF65-F5344CB8AC3E}">
        <p14:creationId xmlns:p14="http://schemas.microsoft.com/office/powerpoint/2010/main" val="32631588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dirty="0"/>
          </a:p>
        </p:txBody>
      </p:sp>
      <p:sp>
        <p:nvSpPr>
          <p:cNvPr id="3" name="Content Placeholder 2"/>
          <p:cNvSpPr>
            <a:spLocks noGrp="1"/>
          </p:cNvSpPr>
          <p:nvPr>
            <p:ph idx="1"/>
          </p:nvPr>
        </p:nvSpPr>
        <p:spPr>
          <a:xfrm>
            <a:off x="250824" y="1773238"/>
            <a:ext cx="8662989" cy="4679949"/>
          </a:xfrm>
        </p:spPr>
        <p:txBody>
          <a:bodyPr/>
          <a:lstStyle>
            <a:lvl1pPr>
              <a:spcBef>
                <a:spcPts val="500"/>
              </a:spcBef>
              <a:spcAft>
                <a:spcPts val="500"/>
              </a:spcAft>
              <a:defRPr/>
            </a:lvl1pPr>
            <a:lvl2pPr>
              <a:spcBef>
                <a:spcPts val="500"/>
              </a:spcBef>
              <a:spcAft>
                <a:spcPts val="500"/>
              </a:spcAft>
              <a:defRPr/>
            </a:lvl2pPr>
            <a:lvl3pPr>
              <a:spcBef>
                <a:spcPts val="500"/>
              </a:spcBef>
              <a:spcAft>
                <a:spcPts val="500"/>
              </a:spcAft>
              <a:defRPr/>
            </a:lvl3pPr>
            <a:lvl4pPr>
              <a:spcBef>
                <a:spcPts val="500"/>
              </a:spcBef>
              <a:spcAft>
                <a:spcPts val="500"/>
              </a:spcAft>
              <a:defRPr/>
            </a:lvl4pPr>
            <a:lvl5pPr>
              <a:spcBef>
                <a:spcPts val="500"/>
              </a:spcBef>
              <a:spcAft>
                <a:spcPts val="500"/>
              </a:spcAf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9" name="Text Placeholder 8"/>
          <p:cNvSpPr>
            <a:spLocks noGrp="1"/>
          </p:cNvSpPr>
          <p:nvPr>
            <p:ph type="body" sz="quarter" idx="13"/>
          </p:nvPr>
        </p:nvSpPr>
        <p:spPr>
          <a:xfrm>
            <a:off x="250825" y="1268413"/>
            <a:ext cx="8662988" cy="485791"/>
          </a:xfrm>
        </p:spPr>
        <p:txBody>
          <a:bodyPr tIns="0" rIns="0" bIns="0" anchor="ctr">
            <a:normAutofit/>
          </a:bodyPr>
          <a:lstStyle>
            <a:lvl1pPr marL="0" indent="0">
              <a:lnSpc>
                <a:spcPts val="1800"/>
              </a:lnSpc>
              <a:spcBef>
                <a:spcPts val="0"/>
              </a:spcBef>
              <a:spcAft>
                <a:spcPts val="0"/>
              </a:spcAft>
              <a:buNone/>
              <a:defRPr sz="2000">
                <a:solidFill>
                  <a:schemeClr val="tx1"/>
                </a:solidFill>
              </a:defRPr>
            </a:lvl1pPr>
          </a:lstStyle>
          <a:p>
            <a:pPr lvl="0"/>
            <a:r>
              <a:rPr lang="en-US"/>
              <a:t>Click to edit Master text styles</a:t>
            </a:r>
          </a:p>
        </p:txBody>
      </p:sp>
      <p:sp>
        <p:nvSpPr>
          <p:cNvPr id="5" name="Slide Number Placeholder 5"/>
          <p:cNvSpPr>
            <a:spLocks noGrp="1"/>
          </p:cNvSpPr>
          <p:nvPr userDrawn="1">
            <p:ph type="sldNum" sz="quarter" idx="14"/>
          </p:nvPr>
        </p:nvSpPr>
        <p:spPr>
          <a:xfrm>
            <a:off x="8664575" y="6586538"/>
            <a:ext cx="249238" cy="214312"/>
          </a:xfrm>
          <a:prstGeom prst="rect">
            <a:avLst/>
          </a:prstGeom>
        </p:spPr>
        <p:txBody>
          <a:bodyPr/>
          <a:lstStyle>
            <a:lvl1pPr>
              <a:defRPr>
                <a:latin typeface="Tw Cen MT"/>
              </a:defRPr>
            </a:lvl1pPr>
          </a:lstStyle>
          <a:p>
            <a:pPr>
              <a:defRPr/>
            </a:pPr>
            <a:fld id="{4761DD32-702A-6E4D-A234-1D6BE2C4F909}" type="slidenum">
              <a:rPr lang="en-AU" smtClean="0"/>
              <a:pPr>
                <a:defRPr/>
              </a:pPr>
              <a:t>‹#›</a:t>
            </a:fld>
            <a:endParaRPr lang="en-AU" dirty="0"/>
          </a:p>
        </p:txBody>
      </p:sp>
    </p:spTree>
    <p:extLst>
      <p:ext uri="{BB962C8B-B14F-4D97-AF65-F5344CB8AC3E}">
        <p14:creationId xmlns:p14="http://schemas.microsoft.com/office/powerpoint/2010/main" val="188177130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dirty="0"/>
          </a:p>
        </p:txBody>
      </p:sp>
      <p:sp>
        <p:nvSpPr>
          <p:cNvPr id="3" name="Content Placeholder 2"/>
          <p:cNvSpPr>
            <a:spLocks noGrp="1"/>
          </p:cNvSpPr>
          <p:nvPr>
            <p:ph idx="1"/>
          </p:nvPr>
        </p:nvSpPr>
        <p:spPr>
          <a:xfrm>
            <a:off x="250824" y="1773238"/>
            <a:ext cx="8662989" cy="4679949"/>
          </a:xfrm>
        </p:spPr>
        <p:txBody>
          <a:bodyPr/>
          <a:lstStyle>
            <a:lvl1pPr>
              <a:spcBef>
                <a:spcPts val="500"/>
              </a:spcBef>
              <a:spcAft>
                <a:spcPts val="500"/>
              </a:spcAft>
              <a:defRPr/>
            </a:lvl1pPr>
            <a:lvl2pPr>
              <a:spcBef>
                <a:spcPts val="500"/>
              </a:spcBef>
              <a:spcAft>
                <a:spcPts val="500"/>
              </a:spcAft>
              <a:defRPr/>
            </a:lvl2pPr>
            <a:lvl3pPr>
              <a:spcBef>
                <a:spcPts val="500"/>
              </a:spcBef>
              <a:spcAft>
                <a:spcPts val="500"/>
              </a:spcAft>
              <a:defRPr/>
            </a:lvl3pPr>
            <a:lvl4pPr>
              <a:spcBef>
                <a:spcPts val="500"/>
              </a:spcBef>
              <a:spcAft>
                <a:spcPts val="500"/>
              </a:spcAft>
              <a:defRPr/>
            </a:lvl4pPr>
            <a:lvl5pPr>
              <a:spcBef>
                <a:spcPts val="500"/>
              </a:spcBef>
              <a:spcAft>
                <a:spcPts val="500"/>
              </a:spcAf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9" name="Text Placeholder 8"/>
          <p:cNvSpPr>
            <a:spLocks noGrp="1"/>
          </p:cNvSpPr>
          <p:nvPr>
            <p:ph type="body" sz="quarter" idx="13"/>
          </p:nvPr>
        </p:nvSpPr>
        <p:spPr>
          <a:xfrm>
            <a:off x="250825" y="1268413"/>
            <a:ext cx="8662988" cy="485791"/>
          </a:xfrm>
        </p:spPr>
        <p:txBody>
          <a:bodyPr tIns="0" rIns="0" bIns="0" anchor="ctr">
            <a:normAutofit/>
          </a:bodyPr>
          <a:lstStyle>
            <a:lvl1pPr marL="0" indent="0">
              <a:lnSpc>
                <a:spcPts val="1800"/>
              </a:lnSpc>
              <a:spcBef>
                <a:spcPts val="0"/>
              </a:spcBef>
              <a:spcAft>
                <a:spcPts val="0"/>
              </a:spcAft>
              <a:buNone/>
              <a:defRPr sz="2000">
                <a:solidFill>
                  <a:schemeClr val="tx1"/>
                </a:solidFill>
              </a:defRPr>
            </a:lvl1pPr>
          </a:lstStyle>
          <a:p>
            <a:pPr lvl="0"/>
            <a:r>
              <a:rPr lang="en-US"/>
              <a:t>Click to edit Master text styles</a:t>
            </a:r>
          </a:p>
        </p:txBody>
      </p:sp>
      <p:sp>
        <p:nvSpPr>
          <p:cNvPr id="5" name="Slide Number Placeholder 5"/>
          <p:cNvSpPr>
            <a:spLocks noGrp="1"/>
          </p:cNvSpPr>
          <p:nvPr userDrawn="1">
            <p:ph type="sldNum" sz="quarter" idx="14"/>
          </p:nvPr>
        </p:nvSpPr>
        <p:spPr>
          <a:xfrm>
            <a:off x="8664575" y="6586538"/>
            <a:ext cx="249238" cy="214312"/>
          </a:xfrm>
          <a:prstGeom prst="rect">
            <a:avLst/>
          </a:prstGeom>
        </p:spPr>
        <p:txBody>
          <a:bodyPr/>
          <a:lstStyle>
            <a:lvl1pPr>
              <a:defRPr>
                <a:latin typeface="Tw Cen MT"/>
              </a:defRPr>
            </a:lvl1pPr>
          </a:lstStyle>
          <a:p>
            <a:pPr>
              <a:defRPr/>
            </a:pPr>
            <a:fld id="{6CCAE308-FD66-F440-AED7-3B739A70E1A6}" type="slidenum">
              <a:rPr lang="en-AU" smtClean="0"/>
              <a:pPr>
                <a:defRPr/>
              </a:pPr>
              <a:t>‹#›</a:t>
            </a:fld>
            <a:endParaRPr lang="en-AU" dirty="0"/>
          </a:p>
        </p:txBody>
      </p:sp>
    </p:spTree>
    <p:extLst>
      <p:ext uri="{BB962C8B-B14F-4D97-AF65-F5344CB8AC3E}">
        <p14:creationId xmlns:p14="http://schemas.microsoft.com/office/powerpoint/2010/main" val="11079997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117475"/>
            <a:ext cx="8229600"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dirty="0"/>
              <a:t>Insert slide title here… 28pt</a:t>
            </a:r>
          </a:p>
        </p:txBody>
      </p:sp>
      <p:sp>
        <p:nvSpPr>
          <p:cNvPr id="3" name="Text Placeholder 2"/>
          <p:cNvSpPr>
            <a:spLocks noGrp="1"/>
          </p:cNvSpPr>
          <p:nvPr>
            <p:ph type="body" idx="1"/>
          </p:nvPr>
        </p:nvSpPr>
        <p:spPr>
          <a:xfrm>
            <a:off x="457200" y="1358900"/>
            <a:ext cx="8229600" cy="4767263"/>
          </a:xfrm>
          <a:prstGeom prst="rect">
            <a:avLst/>
          </a:prstGeom>
        </p:spPr>
        <p:txBody>
          <a:bodyPr vert="horz" lIns="91440" tIns="45720" rIns="91440" bIns="45720" rtlCol="0">
            <a:normAutofit/>
          </a:bodyPr>
          <a:lstStyle/>
          <a:p>
            <a:r>
              <a:rPr lang="en-US" dirty="0"/>
              <a:t>Sub-heading Bold… 24pt</a:t>
            </a:r>
          </a:p>
          <a:p>
            <a:pPr lvl="0"/>
            <a:r>
              <a:rPr lang="en-US" dirty="0"/>
              <a:t>Add body copy </a:t>
            </a:r>
          </a:p>
          <a:p>
            <a:r>
              <a:rPr lang="en-US" dirty="0"/>
              <a:t>Add bullet point</a:t>
            </a:r>
          </a:p>
          <a:p>
            <a:r>
              <a:rPr lang="en-US" dirty="0"/>
              <a:t>Add bullet point</a:t>
            </a:r>
          </a:p>
        </p:txBody>
      </p:sp>
      <p:sp>
        <p:nvSpPr>
          <p:cNvPr id="11" name="Date Placeholder 3"/>
          <p:cNvSpPr txBox="1">
            <a:spLocks/>
          </p:cNvSpPr>
          <p:nvPr/>
        </p:nvSpPr>
        <p:spPr>
          <a:xfrm>
            <a:off x="381000" y="6356350"/>
            <a:ext cx="2133600" cy="365125"/>
          </a:xfrm>
          <a:prstGeom prst="rect">
            <a:avLst/>
          </a:prstGeom>
        </p:spPr>
        <p:txBody>
          <a:bodyPr anchor="ctr"/>
          <a:lstStyle>
            <a:defPPr>
              <a:defRPr lang="en-US"/>
            </a:defPPr>
            <a:lvl1pPr marL="0" algn="l" defTabSz="457200" rtl="0" eaLnBrk="1" latinLnBrk="0" hangingPunct="1">
              <a:defRPr lang="en-US" sz="900" b="0" i="0" u="none" strike="noStrike" kern="1200" baseline="0" smtClean="0">
                <a:solidFill>
                  <a:schemeClr val="tx1"/>
                </a:solidFill>
                <a:latin typeface="Tw Cen MT"/>
                <a:ea typeface="+mn-ea"/>
                <a:cs typeface="Tw Cen MT"/>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r>
              <a:rPr dirty="0"/>
              <a:t>The University of Sydney</a:t>
            </a:r>
          </a:p>
        </p:txBody>
      </p:sp>
      <p:sp>
        <p:nvSpPr>
          <p:cNvPr id="12" name="Slide Number Placeholder 5"/>
          <p:cNvSpPr txBox="1">
            <a:spLocks/>
          </p:cNvSpPr>
          <p:nvPr/>
        </p:nvSpPr>
        <p:spPr>
          <a:xfrm>
            <a:off x="6629400" y="6356350"/>
            <a:ext cx="2133600" cy="365125"/>
          </a:xfrm>
          <a:prstGeom prst="rect">
            <a:avLst/>
          </a:prstGeom>
        </p:spPr>
        <p:txBody>
          <a:bodyPr anchor="ctr"/>
          <a:lstStyle>
            <a:defPPr>
              <a:defRPr lang="en-US"/>
            </a:defPPr>
            <a:lvl1pPr marL="0" algn="r" defTabSz="457200" rtl="0" eaLnBrk="1" latinLnBrk="0" hangingPunct="1">
              <a:defRPr sz="900" kern="1200">
                <a:solidFill>
                  <a:schemeClr val="tx1"/>
                </a:solidFill>
                <a:latin typeface="Tw Cen MT"/>
                <a:ea typeface="+mn-ea"/>
                <a:cs typeface="Tw Cen MT"/>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r>
              <a:rPr lang="en-US" dirty="0"/>
              <a:t>Page </a:t>
            </a:r>
            <a:fld id="{3B11C02F-2186-5E4E-90C0-5210A150EF90}" type="slidenum">
              <a:rPr lang="en-US" smtClean="0"/>
              <a:pPr fontAlgn="auto">
                <a:spcBef>
                  <a:spcPts val="0"/>
                </a:spcBef>
                <a:spcAft>
                  <a:spcPts val="0"/>
                </a:spcAft>
                <a:defRPr/>
              </a:pPr>
              <a:t>‹#›</a:t>
            </a:fld>
            <a:endParaRPr lang="en-US" dirty="0"/>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4" r:id="rId3"/>
    <p:sldLayoutId id="2147483715" r:id="rId4"/>
    <p:sldLayoutId id="2147483716" r:id="rId5"/>
    <p:sldLayoutId id="2147483705" r:id="rId6"/>
    <p:sldLayoutId id="2147483706" r:id="rId7"/>
    <p:sldLayoutId id="2147483707" r:id="rId8"/>
    <p:sldLayoutId id="2147483708" r:id="rId9"/>
    <p:sldLayoutId id="2147483709" r:id="rId10"/>
    <p:sldLayoutId id="2147483710" r:id="rId11"/>
    <p:sldLayoutId id="2147483693" r:id="rId12"/>
    <p:sldLayoutId id="2147483694" r:id="rId13"/>
    <p:sldLayoutId id="2147483695" r:id="rId14"/>
    <p:sldLayoutId id="2147483696" r:id="rId15"/>
    <p:sldLayoutId id="2147483697" r:id="rId16"/>
    <p:sldLayoutId id="2147483698" r:id="rId17"/>
    <p:sldLayoutId id="2147483699" r:id="rId18"/>
    <p:sldLayoutId id="2147483700" r:id="rId19"/>
    <p:sldLayoutId id="2147483711" r:id="rId20"/>
    <p:sldLayoutId id="2147483712" r:id="rId21"/>
    <p:sldLayoutId id="2147483713" r:id="rId22"/>
    <p:sldLayoutId id="2147483714" r:id="rId23"/>
    <p:sldLayoutId id="2147483718" r:id="rId24"/>
    <p:sldLayoutId id="2147483719" r:id="rId25"/>
    <p:sldLayoutId id="2147483720" r:id="rId26"/>
    <p:sldLayoutId id="2147483721" r:id="rId27"/>
    <p:sldLayoutId id="2147483723" r:id="rId28"/>
    <p:sldLayoutId id="2147483724" r:id="rId29"/>
  </p:sldLayoutIdLst>
  <p:txStyles>
    <p:titleStyle>
      <a:lvl1pPr algn="l" defTabSz="457200" rtl="0" eaLnBrk="1" fontAlgn="base" hangingPunct="1">
        <a:spcBef>
          <a:spcPct val="0"/>
        </a:spcBef>
        <a:spcAft>
          <a:spcPct val="0"/>
        </a:spcAft>
        <a:defRPr sz="2800" b="1" kern="1200">
          <a:solidFill>
            <a:schemeClr val="accent1"/>
          </a:solidFill>
          <a:latin typeface="Tw Cen MT"/>
          <a:ea typeface="ＭＳ Ｐゴシック" charset="0"/>
          <a:cs typeface="Tw Cen MT"/>
        </a:defRPr>
      </a:lvl1pPr>
      <a:lvl2pPr algn="l" defTabSz="457200" rtl="0" eaLnBrk="1" fontAlgn="base" hangingPunct="1">
        <a:spcBef>
          <a:spcPct val="0"/>
        </a:spcBef>
        <a:spcAft>
          <a:spcPct val="0"/>
        </a:spcAft>
        <a:defRPr sz="2400" b="1">
          <a:solidFill>
            <a:schemeClr val="accent1"/>
          </a:solidFill>
          <a:latin typeface="Tw Cen MT" charset="0"/>
          <a:ea typeface="ＭＳ Ｐゴシック" charset="0"/>
        </a:defRPr>
      </a:lvl2pPr>
      <a:lvl3pPr algn="l" defTabSz="457200" rtl="0" eaLnBrk="1" fontAlgn="base" hangingPunct="1">
        <a:spcBef>
          <a:spcPct val="0"/>
        </a:spcBef>
        <a:spcAft>
          <a:spcPct val="0"/>
        </a:spcAft>
        <a:defRPr sz="2400" b="1">
          <a:solidFill>
            <a:schemeClr val="accent1"/>
          </a:solidFill>
          <a:latin typeface="Tw Cen MT" charset="0"/>
          <a:ea typeface="ＭＳ Ｐゴシック" charset="0"/>
        </a:defRPr>
      </a:lvl3pPr>
      <a:lvl4pPr algn="l" defTabSz="457200" rtl="0" eaLnBrk="1" fontAlgn="base" hangingPunct="1">
        <a:spcBef>
          <a:spcPct val="0"/>
        </a:spcBef>
        <a:spcAft>
          <a:spcPct val="0"/>
        </a:spcAft>
        <a:defRPr sz="2400" b="1">
          <a:solidFill>
            <a:schemeClr val="accent1"/>
          </a:solidFill>
          <a:latin typeface="Tw Cen MT" charset="0"/>
          <a:ea typeface="ＭＳ Ｐゴシック" charset="0"/>
        </a:defRPr>
      </a:lvl4pPr>
      <a:lvl5pPr algn="l" defTabSz="457200" rtl="0" eaLnBrk="1" fontAlgn="base" hangingPunct="1">
        <a:spcBef>
          <a:spcPct val="0"/>
        </a:spcBef>
        <a:spcAft>
          <a:spcPct val="0"/>
        </a:spcAft>
        <a:defRPr sz="2400" b="1">
          <a:solidFill>
            <a:schemeClr val="accent1"/>
          </a:solidFill>
          <a:latin typeface="Tw Cen MT" charset="0"/>
          <a:ea typeface="ＭＳ Ｐゴシック" charset="0"/>
        </a:defRPr>
      </a:lvl5pPr>
      <a:lvl6pPr marL="457200" algn="l" defTabSz="457200" rtl="0" eaLnBrk="1" fontAlgn="base" hangingPunct="1">
        <a:spcBef>
          <a:spcPct val="0"/>
        </a:spcBef>
        <a:spcAft>
          <a:spcPct val="0"/>
        </a:spcAft>
        <a:defRPr sz="2400" b="1">
          <a:solidFill>
            <a:schemeClr val="accent1"/>
          </a:solidFill>
          <a:latin typeface="Tw Cen MT" charset="0"/>
          <a:ea typeface="ＭＳ Ｐゴシック" charset="0"/>
        </a:defRPr>
      </a:lvl6pPr>
      <a:lvl7pPr marL="914400" algn="l" defTabSz="457200" rtl="0" eaLnBrk="1" fontAlgn="base" hangingPunct="1">
        <a:spcBef>
          <a:spcPct val="0"/>
        </a:spcBef>
        <a:spcAft>
          <a:spcPct val="0"/>
        </a:spcAft>
        <a:defRPr sz="2400" b="1">
          <a:solidFill>
            <a:schemeClr val="accent1"/>
          </a:solidFill>
          <a:latin typeface="Tw Cen MT" charset="0"/>
          <a:ea typeface="ＭＳ Ｐゴシック" charset="0"/>
        </a:defRPr>
      </a:lvl7pPr>
      <a:lvl8pPr marL="1371600" algn="l" defTabSz="457200" rtl="0" eaLnBrk="1" fontAlgn="base" hangingPunct="1">
        <a:spcBef>
          <a:spcPct val="0"/>
        </a:spcBef>
        <a:spcAft>
          <a:spcPct val="0"/>
        </a:spcAft>
        <a:defRPr sz="2400" b="1">
          <a:solidFill>
            <a:schemeClr val="accent1"/>
          </a:solidFill>
          <a:latin typeface="Tw Cen MT" charset="0"/>
          <a:ea typeface="ＭＳ Ｐゴシック" charset="0"/>
        </a:defRPr>
      </a:lvl8pPr>
      <a:lvl9pPr marL="1828800" algn="l" defTabSz="457200" rtl="0" eaLnBrk="1" fontAlgn="base" hangingPunct="1">
        <a:spcBef>
          <a:spcPct val="0"/>
        </a:spcBef>
        <a:spcAft>
          <a:spcPct val="0"/>
        </a:spcAft>
        <a:defRPr sz="2400" b="1">
          <a:solidFill>
            <a:schemeClr val="accent1"/>
          </a:solidFill>
          <a:latin typeface="Tw Cen MT" charset="0"/>
          <a:ea typeface="ＭＳ Ｐゴシック" charset="0"/>
        </a:defRPr>
      </a:lvl9pPr>
    </p:titleStyle>
    <p:bodyStyle>
      <a:lvl1pPr marL="342900" indent="-342900" algn="l" defTabSz="457200" rtl="0" eaLnBrk="1" fontAlgn="base" hangingPunct="1">
        <a:spcBef>
          <a:spcPct val="20000"/>
        </a:spcBef>
        <a:spcAft>
          <a:spcPct val="0"/>
        </a:spcAft>
        <a:buFont typeface="Lucida Grande" charset="0"/>
        <a:buChar char="–"/>
        <a:defRPr sz="2400" kern="1200">
          <a:solidFill>
            <a:schemeClr val="tx1"/>
          </a:solidFill>
          <a:latin typeface="Tw Cen MT"/>
          <a:ea typeface="ＭＳ Ｐゴシック" charset="0"/>
          <a:cs typeface="Tw Cen MT"/>
        </a:defRPr>
      </a:lvl1pPr>
      <a:lvl2pPr marL="742950" indent="-28575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2pPr>
      <a:lvl3pPr marL="1143000" indent="-22860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3" Type="http://schemas.openxmlformats.org/officeDocument/2006/relationships/hyperlink" Target="https://sydneystudent.sydney.edu.au/sitsvision/courses/dbhscienh2000-0.htm" TargetMode="External"/><Relationship Id="rId2" Type="http://schemas.openxmlformats.org/officeDocument/2006/relationships/hyperlink" Target="https://canvas.sydney.edu.au/courses/7929/pages/psych-undergraduate-entry-into-honours" TargetMode="External"/><Relationship Id="rId1" Type="http://schemas.openxmlformats.org/officeDocument/2006/relationships/slideLayout" Target="../slideLayouts/slideLayout27.xml"/><Relationship Id="rId4" Type="http://schemas.openxmlformats.org/officeDocument/2006/relationships/hyperlink" Target="http://sydney.edu.au/scholarships/undergraduate/honours.s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p:cNvSpPr>
            <a:spLocks noGrp="1"/>
          </p:cNvSpPr>
          <p:nvPr>
            <p:ph type="title"/>
          </p:nvPr>
        </p:nvSpPr>
        <p:spPr>
          <a:xfrm>
            <a:off x="381884" y="1797599"/>
            <a:ext cx="3948874" cy="1563369"/>
          </a:xfrm>
        </p:spPr>
        <p:txBody>
          <a:bodyPr/>
          <a:lstStyle/>
          <a:p>
            <a:r>
              <a:rPr lang="en-US" dirty="0" err="1">
                <a:latin typeface="Tw Cen MT" charset="0"/>
              </a:rPr>
              <a:t>AutoPen</a:t>
            </a:r>
            <a:br>
              <a:rPr lang="en-US" dirty="0">
                <a:latin typeface="Tw Cen MT" charset="0"/>
              </a:rPr>
            </a:br>
            <a:r>
              <a:rPr lang="en-US" b="0" i="1" dirty="0">
                <a:solidFill>
                  <a:schemeClr val="tx1"/>
                </a:solidFill>
                <a:latin typeface="Tw Cen MT" charset="0"/>
              </a:rPr>
              <a:t>(I</a:t>
            </a:r>
            <a:r>
              <a:rPr lang="en-US" altLang="zh-CN" b="0" i="1" dirty="0">
                <a:solidFill>
                  <a:schemeClr val="tx1"/>
                </a:solidFill>
                <a:latin typeface="Tw Cen MT" charset="0"/>
              </a:rPr>
              <a:t>ntelligent image &amp; text creation system</a:t>
            </a:r>
            <a:r>
              <a:rPr lang="en-US" b="0" i="1" dirty="0">
                <a:solidFill>
                  <a:schemeClr val="tx1"/>
                </a:solidFill>
                <a:latin typeface="Tw Cen MT" charset="0"/>
              </a:rPr>
              <a:t>)</a:t>
            </a:r>
            <a:br>
              <a:rPr lang="en-US" b="0" dirty="0">
                <a:solidFill>
                  <a:schemeClr val="tx1"/>
                </a:solidFill>
                <a:latin typeface="Tw Cen MT" charset="0"/>
              </a:rPr>
            </a:br>
            <a:endParaRPr lang="en-US" b="0" dirty="0">
              <a:solidFill>
                <a:schemeClr val="tx1"/>
              </a:solidFill>
              <a:latin typeface="Tw Cen MT" charset="0"/>
            </a:endParaRPr>
          </a:p>
        </p:txBody>
      </p:sp>
      <p:sp>
        <p:nvSpPr>
          <p:cNvPr id="16386" name="Text Placeholder 2"/>
          <p:cNvSpPr>
            <a:spLocks noGrp="1"/>
          </p:cNvSpPr>
          <p:nvPr>
            <p:ph type="body" sz="quarter" idx="4294967295"/>
          </p:nvPr>
        </p:nvSpPr>
        <p:spPr bwMode="auto">
          <a:xfrm>
            <a:off x="366941" y="3360967"/>
            <a:ext cx="3963817" cy="1563369"/>
          </a:xfrm>
        </p:spPr>
        <p:txBody>
          <a:bodyPr wrap="square" numCol="1" anchor="t" anchorCtr="0" compatLnSpc="1">
            <a:prstTxWarp prst="textNoShape">
              <a:avLst/>
            </a:prstTxWarp>
            <a:normAutofit fontScale="85000" lnSpcReduction="20000"/>
          </a:bodyPr>
          <a:lstStyle/>
          <a:p>
            <a:pPr marL="0" indent="0">
              <a:buNone/>
            </a:pPr>
            <a:r>
              <a:rPr lang="en-US" b="1" dirty="0">
                <a:latin typeface="Tw Cen MT" charset="0"/>
              </a:rPr>
              <a:t>Presented by</a:t>
            </a:r>
            <a:endParaRPr lang="en-US" dirty="0">
              <a:latin typeface="Tw Cen MT" charset="0"/>
            </a:endParaRPr>
          </a:p>
          <a:p>
            <a:pPr marL="0" indent="0">
              <a:buNone/>
            </a:pPr>
            <a:r>
              <a:rPr lang="en-US" dirty="0">
                <a:latin typeface="Tw Cen MT" charset="0"/>
              </a:rPr>
              <a:t>Yan Chen(530304100)</a:t>
            </a:r>
          </a:p>
          <a:p>
            <a:pPr marL="0" indent="0">
              <a:buNone/>
            </a:pPr>
            <a:r>
              <a:rPr lang="en-US" dirty="0">
                <a:latin typeface="Tw Cen MT" charset="0"/>
              </a:rPr>
              <a:t>Wei Huang(530696692)</a:t>
            </a:r>
          </a:p>
          <a:p>
            <a:pPr marL="0" indent="0">
              <a:buNone/>
            </a:pPr>
            <a:r>
              <a:rPr lang="en-US" dirty="0" err="1">
                <a:latin typeface="Tw Cen MT" charset="0"/>
              </a:rPr>
              <a:t>Ruikun</a:t>
            </a:r>
            <a:r>
              <a:rPr lang="en-US" dirty="0">
                <a:latin typeface="Tw Cen MT" charset="0"/>
              </a:rPr>
              <a:t> </a:t>
            </a:r>
            <a:r>
              <a:rPr lang="en-US" altLang="zh-CN" dirty="0">
                <a:latin typeface="Tw Cen MT" charset="0"/>
              </a:rPr>
              <a:t>Yin(530434430)</a:t>
            </a:r>
          </a:p>
          <a:p>
            <a:pPr marL="0" indent="0">
              <a:buNone/>
            </a:pPr>
            <a:r>
              <a:rPr lang="en-US" altLang="zh-CN" dirty="0" err="1">
                <a:latin typeface="Tw Cen MT" charset="0"/>
              </a:rPr>
              <a:t>Mingxi</a:t>
            </a:r>
            <a:r>
              <a:rPr lang="en-US" altLang="zh-CN" dirty="0">
                <a:latin typeface="Tw Cen MT" charset="0"/>
              </a:rPr>
              <a:t> Wang()</a:t>
            </a:r>
          </a:p>
          <a:p>
            <a:pPr marL="0" indent="0">
              <a:buNone/>
            </a:pPr>
            <a:endParaRPr lang="en-US" altLang="zh-CN" dirty="0">
              <a:latin typeface="Tw Cen MT" charset="0"/>
            </a:endParaRPr>
          </a:p>
          <a:p>
            <a:pPr marL="0" indent="0">
              <a:buNone/>
            </a:pPr>
            <a:endParaRPr lang="en-US" dirty="0">
              <a:latin typeface="Tw Cen MT" charset="0"/>
            </a:endParaRPr>
          </a:p>
          <a:p>
            <a:pPr marL="0" indent="0">
              <a:buNone/>
            </a:pPr>
            <a:endParaRPr lang="en-US" dirty="0">
              <a:latin typeface="Tw Cen MT" charset="0"/>
            </a:endParaRPr>
          </a:p>
        </p:txBody>
      </p:sp>
    </p:spTree>
    <p:extLst>
      <p:ext uri="{BB962C8B-B14F-4D97-AF65-F5344CB8AC3E}">
        <p14:creationId xmlns:p14="http://schemas.microsoft.com/office/powerpoint/2010/main" val="3549871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DC585B-4FAD-B446-63CF-59330FA5B621}"/>
              </a:ext>
            </a:extLst>
          </p:cNvPr>
          <p:cNvSpPr>
            <a:spLocks noGrp="1"/>
          </p:cNvSpPr>
          <p:nvPr>
            <p:ph type="title"/>
          </p:nvPr>
        </p:nvSpPr>
        <p:spPr/>
        <p:txBody>
          <a:bodyPr/>
          <a:lstStyle/>
          <a:p>
            <a:r>
              <a:rPr lang="en-AU" altLang="zh-CN" dirty="0">
                <a:cs typeface="ＭＳ Ｐゴシック" charset="0"/>
              </a:rPr>
              <a:t>Background</a:t>
            </a:r>
            <a:endParaRPr lang="zh-CN" altLang="en-US" dirty="0"/>
          </a:p>
        </p:txBody>
      </p:sp>
      <p:sp>
        <p:nvSpPr>
          <p:cNvPr id="3" name="内容占位符 2">
            <a:extLst>
              <a:ext uri="{FF2B5EF4-FFF2-40B4-BE49-F238E27FC236}">
                <a16:creationId xmlns:a16="http://schemas.microsoft.com/office/drawing/2014/main" id="{FD7AC23D-801C-77AA-D464-41CF31A89AD0}"/>
              </a:ext>
            </a:extLst>
          </p:cNvPr>
          <p:cNvSpPr>
            <a:spLocks noGrp="1"/>
          </p:cNvSpPr>
          <p:nvPr>
            <p:ph idx="1"/>
          </p:nvPr>
        </p:nvSpPr>
        <p:spPr/>
        <p:txBody>
          <a:bodyPr/>
          <a:lstStyle/>
          <a:p>
            <a:r>
              <a:rPr lang="en-US" altLang="zh-CN" dirty="0">
                <a:highlight>
                  <a:srgbClr val="00FF00"/>
                </a:highlight>
              </a:rPr>
              <a:t>Scenario</a:t>
            </a:r>
          </a:p>
          <a:p>
            <a:r>
              <a:rPr lang="en-US" altLang="zh-CN" dirty="0">
                <a:highlight>
                  <a:srgbClr val="00FF00"/>
                </a:highlight>
              </a:rPr>
              <a:t>Motivation</a:t>
            </a:r>
          </a:p>
          <a:p>
            <a:r>
              <a:rPr lang="en-US" altLang="zh-CN" dirty="0">
                <a:highlight>
                  <a:srgbClr val="FFFF00"/>
                </a:highlight>
              </a:rPr>
              <a:t>Proposed requirement and their classifications</a:t>
            </a:r>
          </a:p>
          <a:p>
            <a:r>
              <a:rPr lang="en-US" altLang="zh-CN" dirty="0">
                <a:highlight>
                  <a:srgbClr val="FFFF00"/>
                </a:highlight>
              </a:rPr>
              <a:t>Proposed design, including</a:t>
            </a:r>
            <a:r>
              <a:rPr lang="en-GB" altLang="zh-HK" dirty="0">
                <a:highlight>
                  <a:srgbClr val="FFFF00"/>
                </a:highlight>
              </a:rPr>
              <a:t> the rationale for the design choices made</a:t>
            </a:r>
          </a:p>
          <a:p>
            <a:r>
              <a:rPr lang="en-GB" altLang="zh-CN" dirty="0">
                <a:highlight>
                  <a:srgbClr val="00FFFF"/>
                </a:highlight>
              </a:rPr>
              <a:t>Overview of models </a:t>
            </a:r>
            <a:r>
              <a:rPr lang="en-GB" altLang="zh-CN" dirty="0">
                <a:highlight>
                  <a:srgbClr val="FF00FF"/>
                </a:highlight>
              </a:rPr>
              <a:t>(include diagrams)</a:t>
            </a:r>
          </a:p>
          <a:p>
            <a:r>
              <a:rPr lang="en-GB" altLang="zh-CN" dirty="0">
                <a:highlight>
                  <a:srgbClr val="008080"/>
                </a:highlight>
              </a:rPr>
              <a:t>Basis for change assessment and acceptance determination</a:t>
            </a:r>
            <a:endParaRPr lang="en-US" altLang="zh-CN" dirty="0">
              <a:highlight>
                <a:srgbClr val="008080"/>
              </a:highlight>
            </a:endParaRPr>
          </a:p>
        </p:txBody>
      </p:sp>
      <p:sp>
        <p:nvSpPr>
          <p:cNvPr id="4" name="文本占位符 3">
            <a:extLst>
              <a:ext uri="{FF2B5EF4-FFF2-40B4-BE49-F238E27FC236}">
                <a16:creationId xmlns:a16="http://schemas.microsoft.com/office/drawing/2014/main" id="{B2DBE645-E9FF-6BE6-0152-5478BE463B29}"/>
              </a:ext>
            </a:extLst>
          </p:cNvPr>
          <p:cNvSpPr>
            <a:spLocks noGrp="1"/>
          </p:cNvSpPr>
          <p:nvPr>
            <p:ph type="body" sz="quarter" idx="13"/>
          </p:nvPr>
        </p:nvSpPr>
        <p:spPr/>
        <p:txBody>
          <a:bodyPr/>
          <a:lstStyle/>
          <a:p>
            <a:endParaRPr lang="zh-CN" altLang="en-US" dirty="0"/>
          </a:p>
        </p:txBody>
      </p:sp>
    </p:spTree>
    <p:extLst>
      <p:ext uri="{BB962C8B-B14F-4D97-AF65-F5344CB8AC3E}">
        <p14:creationId xmlns:p14="http://schemas.microsoft.com/office/powerpoint/2010/main" val="29367825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9"/>
          <p:cNvSpPr>
            <a:spLocks noGrp="1"/>
          </p:cNvSpPr>
          <p:nvPr>
            <p:ph type="title" idx="4294967295"/>
          </p:nvPr>
        </p:nvSpPr>
        <p:spPr/>
        <p:txBody>
          <a:bodyPr/>
          <a:lstStyle/>
          <a:p>
            <a:pPr eaLnBrk="1" hangingPunct="1"/>
            <a:r>
              <a:rPr lang="en-AU" dirty="0" err="1">
                <a:cs typeface="ＭＳ Ｐゴシック" charset="0"/>
              </a:rPr>
              <a:t>AutoPen</a:t>
            </a:r>
            <a:r>
              <a:rPr lang="en-AU" dirty="0">
                <a:cs typeface="ＭＳ Ｐゴシック" charset="0"/>
              </a:rPr>
              <a:t>-What’s our purpose?</a:t>
            </a:r>
          </a:p>
        </p:txBody>
      </p:sp>
      <p:sp>
        <p:nvSpPr>
          <p:cNvPr id="107522" name="Rectangle 10"/>
          <p:cNvSpPr>
            <a:spLocks noGrp="1"/>
          </p:cNvSpPr>
          <p:nvPr>
            <p:ph type="body" idx="4294967295"/>
          </p:nvPr>
        </p:nvSpPr>
        <p:spPr>
          <a:xfrm>
            <a:off x="228600" y="1295400"/>
            <a:ext cx="8718630" cy="5257800"/>
          </a:xfrm>
        </p:spPr>
        <p:txBody>
          <a:bodyPr/>
          <a:lstStyle/>
          <a:p>
            <a:pPr marL="11113" indent="0" algn="ctr" eaLnBrk="1" hangingPunct="1">
              <a:buNone/>
            </a:pPr>
            <a:endParaRPr lang="en-AU" dirty="0">
              <a:cs typeface="ＭＳ Ｐゴシック" charset="0"/>
            </a:endParaRPr>
          </a:p>
        </p:txBody>
      </p:sp>
      <p:sp>
        <p:nvSpPr>
          <p:cNvPr id="107524" name="TextBox 5"/>
          <p:cNvSpPr txBox="1">
            <a:spLocks noChangeArrowheads="1"/>
          </p:cNvSpPr>
          <p:nvPr/>
        </p:nvSpPr>
        <p:spPr bwMode="auto">
          <a:xfrm>
            <a:off x="4514850" y="1974850"/>
            <a:ext cx="185738"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endParaRPr lang="en-US" sz="1800" dirty="0">
              <a:latin typeface="Tw Cen MT"/>
            </a:endParaRPr>
          </a:p>
        </p:txBody>
      </p:sp>
    </p:spTree>
    <p:extLst>
      <p:ext uri="{BB962C8B-B14F-4D97-AF65-F5344CB8AC3E}">
        <p14:creationId xmlns:p14="http://schemas.microsoft.com/office/powerpoint/2010/main" val="6156880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9"/>
          <p:cNvSpPr>
            <a:spLocks noGrp="1"/>
          </p:cNvSpPr>
          <p:nvPr>
            <p:ph type="title" idx="4294967295"/>
          </p:nvPr>
        </p:nvSpPr>
        <p:spPr/>
        <p:txBody>
          <a:bodyPr/>
          <a:lstStyle/>
          <a:p>
            <a:pPr eaLnBrk="1" hangingPunct="1"/>
            <a:r>
              <a:rPr lang="en-AU" dirty="0">
                <a:cs typeface="ＭＳ Ｐゴシック" charset="0"/>
              </a:rPr>
              <a:t>Deployment Diagram</a:t>
            </a:r>
          </a:p>
        </p:txBody>
      </p:sp>
      <p:sp>
        <p:nvSpPr>
          <p:cNvPr id="107523" name="Rectangle 10"/>
          <p:cNvSpPr>
            <a:spLocks noGrp="1"/>
          </p:cNvSpPr>
          <p:nvPr>
            <p:ph type="body" idx="4294967295"/>
          </p:nvPr>
        </p:nvSpPr>
        <p:spPr>
          <a:xfrm>
            <a:off x="228600" y="1295400"/>
            <a:ext cx="8662988" cy="5257800"/>
          </a:xfrm>
        </p:spPr>
        <p:txBody>
          <a:bodyPr/>
          <a:lstStyle/>
          <a:p>
            <a:pPr marL="0" indent="0">
              <a:buNone/>
            </a:pPr>
            <a:endParaRPr lang="en-AU" dirty="0">
              <a:cs typeface="ＭＳ Ｐゴシック" charset="0"/>
            </a:endParaRPr>
          </a:p>
        </p:txBody>
      </p:sp>
    </p:spTree>
    <p:extLst>
      <p:ext uri="{BB962C8B-B14F-4D97-AF65-F5344CB8AC3E}">
        <p14:creationId xmlns:p14="http://schemas.microsoft.com/office/powerpoint/2010/main" val="16665053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10752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9"/>
          <p:cNvSpPr>
            <a:spLocks noGrp="1"/>
          </p:cNvSpPr>
          <p:nvPr>
            <p:ph type="title" idx="4294967295"/>
          </p:nvPr>
        </p:nvSpPr>
        <p:spPr/>
        <p:txBody>
          <a:bodyPr/>
          <a:lstStyle/>
          <a:p>
            <a:pPr eaLnBrk="1" hangingPunct="1"/>
            <a:r>
              <a:rPr lang="en-AU" dirty="0">
                <a:cs typeface="ＭＳ Ｐゴシック" charset="0"/>
              </a:rPr>
              <a:t>What is involved in Honours in Psychology?</a:t>
            </a:r>
          </a:p>
        </p:txBody>
      </p:sp>
      <p:sp>
        <p:nvSpPr>
          <p:cNvPr id="4" name="Rectangle 10">
            <a:extLst>
              <a:ext uri="{FF2B5EF4-FFF2-40B4-BE49-F238E27FC236}">
                <a16:creationId xmlns:a16="http://schemas.microsoft.com/office/drawing/2014/main" id="{E77188C0-3268-E346-B2DB-D4056D8A8DFC}"/>
              </a:ext>
            </a:extLst>
          </p:cNvPr>
          <p:cNvSpPr txBox="1">
            <a:spLocks/>
          </p:cNvSpPr>
          <p:nvPr/>
        </p:nvSpPr>
        <p:spPr>
          <a:xfrm>
            <a:off x="228600" y="1295400"/>
            <a:ext cx="8662988" cy="5257800"/>
          </a:xfrm>
          <a:prstGeom prst="rect">
            <a:avLst/>
          </a:prstGeom>
        </p:spPr>
        <p:txBody>
          <a:bodyPr vert="horz" lIns="91440" tIns="45720" rIns="91440" bIns="45720" rtlCol="0">
            <a:normAutofit/>
          </a:bodyPr>
          <a:lstStyle>
            <a:lvl1pPr marL="342900" indent="-342900" algn="l" defTabSz="457200" rtl="0" eaLnBrk="1" fontAlgn="base" hangingPunct="1">
              <a:spcBef>
                <a:spcPct val="20000"/>
              </a:spcBef>
              <a:spcAft>
                <a:spcPct val="0"/>
              </a:spcAft>
              <a:buFont typeface="Lucida Grande" charset="0"/>
              <a:buChar char="–"/>
              <a:defRPr sz="2400" kern="1200">
                <a:solidFill>
                  <a:schemeClr val="tx1"/>
                </a:solidFill>
                <a:latin typeface="Tw Cen MT"/>
                <a:ea typeface="ＭＳ Ｐゴシック" charset="0"/>
                <a:cs typeface="Tw Cen MT"/>
              </a:defRPr>
            </a:lvl1pPr>
            <a:lvl2pPr marL="742950" indent="-28575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2pPr>
            <a:lvl3pPr marL="1143000" indent="-22860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AU" dirty="0">
              <a:cs typeface="ＭＳ Ｐゴシック" charset="0"/>
            </a:endParaRPr>
          </a:p>
          <a:p>
            <a:r>
              <a:rPr lang="en-AU" dirty="0">
                <a:cs typeface="ＭＳ Ｐゴシック" charset="0"/>
              </a:rPr>
              <a:t>One calendar year of full-time study</a:t>
            </a:r>
          </a:p>
          <a:p>
            <a:r>
              <a:rPr lang="en-AU" dirty="0">
                <a:cs typeface="ＭＳ Ｐゴシック" charset="0"/>
              </a:rPr>
              <a:t>Begin in February, complete in October</a:t>
            </a:r>
          </a:p>
          <a:p>
            <a:r>
              <a:rPr lang="en-AU" dirty="0">
                <a:cs typeface="ＭＳ Ｐゴシック" charset="0"/>
              </a:rPr>
              <a:t>Mostly contained within Semester One and Semester Two, but some components may require attendance outside of those periods, especially the Empirical Thesis</a:t>
            </a:r>
          </a:p>
          <a:p>
            <a:r>
              <a:rPr lang="en-AU" i="1" dirty="0">
                <a:cs typeface="ＭＳ Ｐゴシック" charset="0"/>
              </a:rPr>
              <a:t>(N.B: part-time study is not offered; only possible in extreme circumstances with School and Faculty permission)</a:t>
            </a:r>
            <a:endParaRPr lang="en-US" i="1" dirty="0">
              <a:cs typeface="ＭＳ Ｐゴシック" charset="0"/>
            </a:endParaRPr>
          </a:p>
        </p:txBody>
      </p:sp>
    </p:spTree>
    <p:extLst>
      <p:ext uri="{BB962C8B-B14F-4D97-AF65-F5344CB8AC3E}">
        <p14:creationId xmlns:p14="http://schemas.microsoft.com/office/powerpoint/2010/main" val="3121483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9"/>
          <p:cNvSpPr>
            <a:spLocks noGrp="1"/>
          </p:cNvSpPr>
          <p:nvPr>
            <p:ph type="title" idx="4294967295"/>
          </p:nvPr>
        </p:nvSpPr>
        <p:spPr/>
        <p:txBody>
          <a:bodyPr/>
          <a:lstStyle/>
          <a:p>
            <a:pPr eaLnBrk="1" hangingPunct="1"/>
            <a:r>
              <a:rPr lang="en-AU" dirty="0">
                <a:cs typeface="ＭＳ Ｐゴシック" charset="0"/>
              </a:rPr>
              <a:t>What is involved in Honours in Psychology?</a:t>
            </a:r>
          </a:p>
        </p:txBody>
      </p:sp>
      <p:sp>
        <p:nvSpPr>
          <p:cNvPr id="110594" name="Rectangle 10"/>
          <p:cNvSpPr>
            <a:spLocks noGrp="1"/>
          </p:cNvSpPr>
          <p:nvPr>
            <p:ph type="body" idx="4294967295"/>
          </p:nvPr>
        </p:nvSpPr>
        <p:spPr>
          <a:xfrm>
            <a:off x="228600" y="1295400"/>
            <a:ext cx="8662988" cy="5257800"/>
          </a:xfrm>
        </p:spPr>
        <p:txBody>
          <a:bodyPr/>
          <a:lstStyle/>
          <a:p>
            <a:pPr eaLnBrk="1" hangingPunct="1"/>
            <a:endParaRPr lang="en-AU" dirty="0">
              <a:cs typeface="ＭＳ Ｐゴシック" charset="0"/>
            </a:endParaRPr>
          </a:p>
          <a:p>
            <a:pPr eaLnBrk="1" hangingPunct="1"/>
            <a:endParaRPr lang="en-US" dirty="0">
              <a:cs typeface="ＭＳ Ｐゴシック" charset="0"/>
            </a:endParaRPr>
          </a:p>
          <a:p>
            <a:pPr lvl="2" eaLnBrk="1" hangingPunct="1"/>
            <a:endParaRPr lang="en-US" dirty="0">
              <a:ea typeface="ＭＳ Ｐゴシック" charset="0"/>
              <a:cs typeface="ＭＳ Ｐゴシック" charset="0"/>
            </a:endParaRPr>
          </a:p>
          <a:p>
            <a:pPr lvl="2" eaLnBrk="1" hangingPunct="1">
              <a:buFont typeface="Arial" charset="0"/>
              <a:buNone/>
            </a:pPr>
            <a:endParaRPr lang="en-US" dirty="0">
              <a:ea typeface="ＭＳ Ｐゴシック" charset="0"/>
              <a:cs typeface="ＭＳ Ｐゴシック" charset="0"/>
            </a:endParaRPr>
          </a:p>
          <a:p>
            <a:pPr lvl="4" eaLnBrk="1" hangingPunct="1">
              <a:buFont typeface="Arial" charset="0"/>
              <a:buNone/>
            </a:pPr>
            <a:endParaRPr lang="en-US" dirty="0">
              <a:ea typeface="ＭＳ Ｐゴシック" charset="0"/>
              <a:cs typeface="ＭＳ Ｐゴシック" charset="0"/>
            </a:endParaRPr>
          </a:p>
          <a:p>
            <a:pPr lvl="3" eaLnBrk="1" hangingPunct="1">
              <a:buFont typeface="Arial" charset="0"/>
              <a:buNone/>
            </a:pPr>
            <a:endParaRPr lang="en-US" dirty="0">
              <a:ea typeface="ＭＳ Ｐゴシック" charset="0"/>
              <a:cs typeface="ＭＳ Ｐゴシック" charset="0"/>
            </a:endParaRPr>
          </a:p>
          <a:p>
            <a:pPr eaLnBrk="1" hangingPunct="1">
              <a:buFont typeface="Arial" charset="0"/>
              <a:buNone/>
            </a:pPr>
            <a:endParaRPr lang="en-AU" dirty="0">
              <a:cs typeface="ＭＳ Ｐゴシック" charset="0"/>
            </a:endParaRPr>
          </a:p>
        </p:txBody>
      </p:sp>
      <p:graphicFrame>
        <p:nvGraphicFramePr>
          <p:cNvPr id="5" name="Table 4"/>
          <p:cNvGraphicFramePr>
            <a:graphicFrameLocks noGrp="1"/>
          </p:cNvGraphicFramePr>
          <p:nvPr>
            <p:extLst>
              <p:ext uri="{D42A27DB-BD31-4B8C-83A1-F6EECF244321}">
                <p14:modId xmlns:p14="http://schemas.microsoft.com/office/powerpoint/2010/main" val="4215382473"/>
              </p:ext>
            </p:extLst>
          </p:nvPr>
        </p:nvGraphicFramePr>
        <p:xfrm>
          <a:off x="467544" y="1556792"/>
          <a:ext cx="8077200" cy="3112045"/>
        </p:xfrm>
        <a:graphic>
          <a:graphicData uri="http://schemas.openxmlformats.org/drawingml/2006/table">
            <a:tbl>
              <a:tblPr firstRow="1" bandRow="1">
                <a:tableStyleId>{3C2FFA5D-87B4-456A-9821-1D502468CF0F}</a:tableStyleId>
              </a:tblPr>
              <a:tblGrid>
                <a:gridCol w="3895813">
                  <a:extLst>
                    <a:ext uri="{9D8B030D-6E8A-4147-A177-3AD203B41FA5}">
                      <a16:colId xmlns:a16="http://schemas.microsoft.com/office/drawing/2014/main" val="20000"/>
                    </a:ext>
                  </a:extLst>
                </a:gridCol>
                <a:gridCol w="2849065">
                  <a:extLst>
                    <a:ext uri="{9D8B030D-6E8A-4147-A177-3AD203B41FA5}">
                      <a16:colId xmlns:a16="http://schemas.microsoft.com/office/drawing/2014/main" val="20001"/>
                    </a:ext>
                  </a:extLst>
                </a:gridCol>
                <a:gridCol w="1332322">
                  <a:extLst>
                    <a:ext uri="{9D8B030D-6E8A-4147-A177-3AD203B41FA5}">
                      <a16:colId xmlns:a16="http://schemas.microsoft.com/office/drawing/2014/main" val="20002"/>
                    </a:ext>
                  </a:extLst>
                </a:gridCol>
              </a:tblGrid>
              <a:tr h="407363">
                <a:tc>
                  <a:txBody>
                    <a:bodyPr/>
                    <a:lstStyle/>
                    <a:p>
                      <a:r>
                        <a:rPr lang="en-US" dirty="0"/>
                        <a:t>What?</a:t>
                      </a:r>
                    </a:p>
                  </a:txBody>
                  <a:tcPr/>
                </a:tc>
                <a:tc>
                  <a:txBody>
                    <a:bodyPr/>
                    <a:lstStyle/>
                    <a:p>
                      <a:r>
                        <a:rPr lang="en-US" dirty="0"/>
                        <a:t>When?</a:t>
                      </a:r>
                    </a:p>
                  </a:txBody>
                  <a:tcPr/>
                </a:tc>
                <a:tc>
                  <a:txBody>
                    <a:bodyPr/>
                    <a:lstStyle/>
                    <a:p>
                      <a:r>
                        <a:rPr lang="en-US" dirty="0"/>
                        <a:t>Worth…</a:t>
                      </a:r>
                    </a:p>
                  </a:txBody>
                  <a:tcPr/>
                </a:tc>
                <a:extLst>
                  <a:ext uri="{0D108BD9-81ED-4DB2-BD59-A6C34878D82A}">
                    <a16:rowId xmlns:a16="http://schemas.microsoft.com/office/drawing/2014/main" val="10000"/>
                  </a:ext>
                </a:extLst>
              </a:tr>
              <a:tr h="413021">
                <a:tc>
                  <a:txBody>
                    <a:bodyPr/>
                    <a:lstStyle/>
                    <a:p>
                      <a:r>
                        <a:rPr lang="en-US" dirty="0"/>
                        <a:t>Research Methods</a:t>
                      </a:r>
                    </a:p>
                  </a:txBody>
                  <a:tcPr/>
                </a:tc>
                <a:tc>
                  <a:txBody>
                    <a:bodyPr/>
                    <a:lstStyle/>
                    <a:p>
                      <a:r>
                        <a:rPr lang="en-US" dirty="0"/>
                        <a:t>Semester 1</a:t>
                      </a:r>
                    </a:p>
                  </a:txBody>
                  <a:tcPr/>
                </a:tc>
                <a:tc>
                  <a:txBody>
                    <a:bodyPr/>
                    <a:lstStyle/>
                    <a:p>
                      <a:r>
                        <a:rPr lang="en-US" dirty="0"/>
                        <a:t>15%</a:t>
                      </a:r>
                    </a:p>
                  </a:txBody>
                  <a:tcPr/>
                </a:tc>
                <a:extLst>
                  <a:ext uri="{0D108BD9-81ED-4DB2-BD59-A6C34878D82A}">
                    <a16:rowId xmlns:a16="http://schemas.microsoft.com/office/drawing/2014/main" val="10001"/>
                  </a:ext>
                </a:extLst>
              </a:tr>
              <a:tr h="1465619">
                <a:tc>
                  <a:txBody>
                    <a:bodyPr/>
                    <a:lstStyle/>
                    <a:p>
                      <a:r>
                        <a:rPr lang="en-US" baseline="0" dirty="0"/>
                        <a:t>Special Fields – Seminar 1</a:t>
                      </a:r>
                    </a:p>
                    <a:p>
                      <a:r>
                        <a:rPr lang="en-US" baseline="0" dirty="0"/>
                        <a:t>Special Fields – Seminar 2</a:t>
                      </a:r>
                    </a:p>
                    <a:p>
                      <a:endParaRPr lang="en-US" sz="900" dirty="0"/>
                    </a:p>
                    <a:p>
                      <a:pPr marL="536575" indent="0" algn="l">
                        <a:tabLst/>
                      </a:pPr>
                      <a:r>
                        <a:rPr lang="en-US" b="1" i="1" dirty="0"/>
                        <a:t>OR</a:t>
                      </a:r>
                    </a:p>
                    <a:p>
                      <a:endParaRPr lang="en-US" sz="900" dirty="0"/>
                    </a:p>
                    <a:p>
                      <a:r>
                        <a:rPr lang="en-US" dirty="0"/>
                        <a:t>Theoretical Thesis</a:t>
                      </a:r>
                    </a:p>
                  </a:txBody>
                  <a:tcPr/>
                </a:tc>
                <a:tc>
                  <a:txBody>
                    <a:bodyPr/>
                    <a:lstStyle/>
                    <a:p>
                      <a:r>
                        <a:rPr lang="en-US" dirty="0"/>
                        <a:t>Semester</a:t>
                      </a:r>
                      <a:r>
                        <a:rPr lang="en-US" baseline="0" dirty="0"/>
                        <a:t> 1</a:t>
                      </a:r>
                      <a:endParaRPr lang="en-US" dirty="0"/>
                    </a:p>
                    <a:p>
                      <a:r>
                        <a:rPr lang="en-US" dirty="0"/>
                        <a:t>Semester 1</a:t>
                      </a:r>
                    </a:p>
                    <a:p>
                      <a:endParaRPr lang="en-US" sz="900" dirty="0"/>
                    </a:p>
                    <a:p>
                      <a:pPr marL="319088" indent="0" algn="l">
                        <a:tabLst/>
                      </a:pPr>
                      <a:r>
                        <a:rPr lang="en-US" b="1" i="1" dirty="0"/>
                        <a:t>OR</a:t>
                      </a:r>
                    </a:p>
                    <a:p>
                      <a:endParaRPr lang="en-US" sz="900" dirty="0"/>
                    </a:p>
                    <a:p>
                      <a:r>
                        <a:rPr lang="en-US" dirty="0"/>
                        <a:t>Semester 1</a:t>
                      </a:r>
                    </a:p>
                  </a:txBody>
                  <a:tcPr/>
                </a:tc>
                <a:tc>
                  <a:txBody>
                    <a:bodyPr/>
                    <a:lstStyle/>
                    <a:p>
                      <a:r>
                        <a:rPr lang="en-US" dirty="0"/>
                        <a:t>15%</a:t>
                      </a:r>
                    </a:p>
                    <a:p>
                      <a:r>
                        <a:rPr lang="en-US" dirty="0"/>
                        <a:t>15%</a:t>
                      </a:r>
                    </a:p>
                    <a:p>
                      <a:endParaRPr lang="en-US" sz="900" dirty="0"/>
                    </a:p>
                    <a:p>
                      <a:pPr marL="44450" indent="0" algn="l">
                        <a:tabLst/>
                      </a:pPr>
                      <a:r>
                        <a:rPr lang="en-US" b="1" i="1" dirty="0"/>
                        <a:t>OR</a:t>
                      </a:r>
                    </a:p>
                    <a:p>
                      <a:endParaRPr lang="en-US" sz="900" dirty="0"/>
                    </a:p>
                    <a:p>
                      <a:r>
                        <a:rPr lang="en-US" dirty="0"/>
                        <a:t>30%</a:t>
                      </a:r>
                    </a:p>
                  </a:txBody>
                  <a:tcPr/>
                </a:tc>
                <a:extLst>
                  <a:ext uri="{0D108BD9-81ED-4DB2-BD59-A6C34878D82A}">
                    <a16:rowId xmlns:a16="http://schemas.microsoft.com/office/drawing/2014/main" val="10002"/>
                  </a:ext>
                </a:extLst>
              </a:tr>
              <a:tr h="413021">
                <a:tc>
                  <a:txBody>
                    <a:bodyPr/>
                    <a:lstStyle/>
                    <a:p>
                      <a:r>
                        <a:rPr lang="en-US" dirty="0"/>
                        <a:t>Ethics &amp; Professional Issues</a:t>
                      </a:r>
                    </a:p>
                  </a:txBody>
                  <a:tcPr/>
                </a:tc>
                <a:tc>
                  <a:txBody>
                    <a:bodyPr/>
                    <a:lstStyle/>
                    <a:p>
                      <a:r>
                        <a:rPr lang="en-US" dirty="0"/>
                        <a:t>Semester</a:t>
                      </a:r>
                      <a:r>
                        <a:rPr lang="en-US" baseline="0" dirty="0"/>
                        <a:t> 2</a:t>
                      </a:r>
                      <a:endParaRPr lang="en-US" dirty="0"/>
                    </a:p>
                  </a:txBody>
                  <a:tcPr/>
                </a:tc>
                <a:tc>
                  <a:txBody>
                    <a:bodyPr/>
                    <a:lstStyle/>
                    <a:p>
                      <a:r>
                        <a:rPr lang="en-US" dirty="0"/>
                        <a:t>5%</a:t>
                      </a:r>
                    </a:p>
                  </a:txBody>
                  <a:tcPr/>
                </a:tc>
                <a:extLst>
                  <a:ext uri="{0D108BD9-81ED-4DB2-BD59-A6C34878D82A}">
                    <a16:rowId xmlns:a16="http://schemas.microsoft.com/office/drawing/2014/main" val="10003"/>
                  </a:ext>
                </a:extLst>
              </a:tr>
              <a:tr h="413021">
                <a:tc>
                  <a:txBody>
                    <a:bodyPr/>
                    <a:lstStyle/>
                    <a:p>
                      <a:r>
                        <a:rPr lang="en-US" dirty="0"/>
                        <a:t>Empirical Thesis</a:t>
                      </a:r>
                    </a:p>
                  </a:txBody>
                  <a:tcPr/>
                </a:tc>
                <a:tc>
                  <a:txBody>
                    <a:bodyPr/>
                    <a:lstStyle/>
                    <a:p>
                      <a:r>
                        <a:rPr lang="en-US" dirty="0"/>
                        <a:t>February to October</a:t>
                      </a:r>
                    </a:p>
                  </a:txBody>
                  <a:tcPr/>
                </a:tc>
                <a:tc>
                  <a:txBody>
                    <a:bodyPr/>
                    <a:lstStyle/>
                    <a:p>
                      <a:r>
                        <a:rPr lang="en-US" dirty="0"/>
                        <a:t>50%</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4568031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9"/>
          <p:cNvSpPr>
            <a:spLocks noGrp="1"/>
          </p:cNvSpPr>
          <p:nvPr>
            <p:ph type="title" idx="4294967295"/>
          </p:nvPr>
        </p:nvSpPr>
        <p:spPr/>
        <p:txBody>
          <a:bodyPr/>
          <a:lstStyle/>
          <a:p>
            <a:pPr>
              <a:defRPr/>
            </a:pPr>
            <a:r>
              <a:rPr lang="en-AU" dirty="0">
                <a:cs typeface="ＭＳ Ｐゴシック" charset="0"/>
              </a:rPr>
              <a:t>Research Methods (15%)</a:t>
            </a:r>
          </a:p>
        </p:txBody>
      </p:sp>
      <p:sp>
        <p:nvSpPr>
          <p:cNvPr id="112642" name="Rectangle 10"/>
          <p:cNvSpPr>
            <a:spLocks noGrp="1"/>
          </p:cNvSpPr>
          <p:nvPr>
            <p:ph type="body" idx="4294967295"/>
          </p:nvPr>
        </p:nvSpPr>
        <p:spPr>
          <a:xfrm>
            <a:off x="228600" y="1295400"/>
            <a:ext cx="8662988" cy="5257800"/>
          </a:xfrm>
        </p:spPr>
        <p:txBody>
          <a:bodyPr/>
          <a:lstStyle/>
          <a:p>
            <a:pPr eaLnBrk="1" hangingPunct="1">
              <a:defRPr/>
            </a:pPr>
            <a:r>
              <a:rPr lang="en-AU" dirty="0">
                <a:cs typeface="ＭＳ Ｐゴシック" charset="0"/>
              </a:rPr>
              <a:t>Thirteen lectures and five tutorials</a:t>
            </a:r>
          </a:p>
          <a:p>
            <a:pPr eaLnBrk="1" hangingPunct="1">
              <a:defRPr/>
            </a:pPr>
            <a:r>
              <a:rPr lang="en-AU" dirty="0">
                <a:cs typeface="ＭＳ Ｐゴシック" charset="0"/>
              </a:rPr>
              <a:t>A mid-semester exam </a:t>
            </a:r>
            <a:r>
              <a:rPr lang="en-AU" b="1" i="1" dirty="0">
                <a:cs typeface="ＭＳ Ｐゴシック" charset="0"/>
              </a:rPr>
              <a:t>[7.5%]</a:t>
            </a:r>
          </a:p>
          <a:p>
            <a:pPr eaLnBrk="1" hangingPunct="1">
              <a:defRPr/>
            </a:pPr>
            <a:r>
              <a:rPr lang="en-AU" dirty="0">
                <a:cs typeface="ＭＳ Ｐゴシック" charset="0"/>
              </a:rPr>
              <a:t>An end-semester exam </a:t>
            </a:r>
            <a:r>
              <a:rPr lang="en-AU" b="1" i="1" dirty="0">
                <a:cs typeface="ＭＳ Ｐゴシック" charset="0"/>
              </a:rPr>
              <a:t>[7.5%]</a:t>
            </a:r>
          </a:p>
          <a:p>
            <a:pPr eaLnBrk="1" hangingPunct="1">
              <a:defRPr/>
            </a:pPr>
            <a:r>
              <a:rPr lang="en-AU" dirty="0">
                <a:cs typeface="ＭＳ Ｐゴシック" charset="0"/>
              </a:rPr>
              <a:t>Two workshops </a:t>
            </a:r>
            <a:r>
              <a:rPr lang="en-AU" b="1" i="1" dirty="0">
                <a:cs typeface="ＭＳ Ｐゴシック" charset="0"/>
              </a:rPr>
              <a:t>[-2% penalty for each non-attendance]</a:t>
            </a:r>
          </a:p>
          <a:p>
            <a:pPr eaLnBrk="1" hangingPunct="1">
              <a:defRPr/>
            </a:pPr>
            <a:endParaRPr lang="en-AU" i="1" dirty="0">
              <a:cs typeface="ＭＳ Ｐゴシック" charset="0"/>
            </a:endParaRPr>
          </a:p>
          <a:p>
            <a:pPr eaLnBrk="1" hangingPunct="1">
              <a:defRPr/>
            </a:pPr>
            <a:r>
              <a:rPr lang="en-AU" dirty="0">
                <a:cs typeface="ＭＳ Ｐゴシック" charset="0"/>
              </a:rPr>
              <a:t>Conceptual issues in measurement and statistics (Dr Fiona Hibberd)</a:t>
            </a:r>
          </a:p>
          <a:p>
            <a:pPr eaLnBrk="1" hangingPunct="1">
              <a:defRPr/>
            </a:pPr>
            <a:r>
              <a:rPr lang="en-AU" dirty="0">
                <a:cs typeface="ＭＳ Ｐゴシック" charset="0"/>
              </a:rPr>
              <a:t>Exploratory Factor Analysis, Confirmatory Factor Analysis, and Reliability (Prof Sabina </a:t>
            </a:r>
            <a:r>
              <a:rPr lang="en-AU" dirty="0" err="1">
                <a:cs typeface="ＭＳ Ｐゴシック" charset="0"/>
              </a:rPr>
              <a:t>Kleitman</a:t>
            </a:r>
            <a:r>
              <a:rPr lang="en-AU" dirty="0">
                <a:cs typeface="ＭＳ Ｐゴシック" charset="0"/>
              </a:rPr>
              <a:t>)</a:t>
            </a:r>
          </a:p>
          <a:p>
            <a:pPr eaLnBrk="1" hangingPunct="1">
              <a:defRPr/>
            </a:pPr>
            <a:r>
              <a:rPr lang="en-AU" dirty="0">
                <a:cs typeface="ＭＳ Ｐゴシック" charset="0"/>
              </a:rPr>
              <a:t>Item Response Theory, General Linear Models, Multifactor Designs, Effect Sizes, Multi-Level Models, and Logistic Regression (Dr Damian Birney)</a:t>
            </a:r>
            <a:endParaRPr lang="en-US" dirty="0">
              <a:ea typeface="ＭＳ Ｐゴシック" charset="0"/>
              <a:cs typeface="ＭＳ Ｐゴシック" charset="0"/>
            </a:endParaRPr>
          </a:p>
        </p:txBody>
      </p:sp>
    </p:spTree>
    <p:extLst>
      <p:ext uri="{BB962C8B-B14F-4D97-AF65-F5344CB8AC3E}">
        <p14:creationId xmlns:p14="http://schemas.microsoft.com/office/powerpoint/2010/main" val="12079482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9"/>
          <p:cNvSpPr>
            <a:spLocks noGrp="1"/>
          </p:cNvSpPr>
          <p:nvPr>
            <p:ph type="title" idx="4294967295"/>
          </p:nvPr>
        </p:nvSpPr>
        <p:spPr/>
        <p:txBody>
          <a:bodyPr/>
          <a:lstStyle/>
          <a:p>
            <a:pPr>
              <a:defRPr/>
            </a:pPr>
            <a:r>
              <a:rPr lang="en-AU" dirty="0">
                <a:cs typeface="ＭＳ Ｐゴシック" charset="0"/>
              </a:rPr>
              <a:t>Special Fields Seminars     </a:t>
            </a:r>
            <a:r>
              <a:rPr lang="en-AU" i="1" u="sng" dirty="0">
                <a:cs typeface="ＭＳ Ｐゴシック" charset="0"/>
              </a:rPr>
              <a:t>OR</a:t>
            </a:r>
            <a:r>
              <a:rPr lang="en-AU" dirty="0">
                <a:cs typeface="ＭＳ Ｐゴシック" charset="0"/>
              </a:rPr>
              <a:t>     Theoretical Thesis</a:t>
            </a:r>
          </a:p>
        </p:txBody>
      </p:sp>
      <p:sp>
        <p:nvSpPr>
          <p:cNvPr id="112642" name="Rectangle 10"/>
          <p:cNvSpPr>
            <a:spLocks noGrp="1"/>
          </p:cNvSpPr>
          <p:nvPr>
            <p:ph type="body" idx="4294967295"/>
          </p:nvPr>
        </p:nvSpPr>
        <p:spPr>
          <a:xfrm>
            <a:off x="228600" y="1295400"/>
            <a:ext cx="8662988" cy="5257800"/>
          </a:xfrm>
        </p:spPr>
        <p:txBody>
          <a:bodyPr>
            <a:normAutofit lnSpcReduction="10000"/>
          </a:bodyPr>
          <a:lstStyle/>
          <a:p>
            <a:pPr marL="0" indent="0" eaLnBrk="1" hangingPunct="1">
              <a:buNone/>
              <a:defRPr/>
            </a:pPr>
            <a:r>
              <a:rPr lang="en-AU" b="1" i="1" dirty="0">
                <a:cs typeface="ＭＳ Ｐゴシック" charset="0"/>
              </a:rPr>
              <a:t>Special Fields Seminars (15% each)</a:t>
            </a:r>
          </a:p>
          <a:p>
            <a:pPr eaLnBrk="1" hangingPunct="1">
              <a:buFontTx/>
              <a:buChar char="-"/>
              <a:defRPr/>
            </a:pPr>
            <a:r>
              <a:rPr lang="en-AU" dirty="0">
                <a:cs typeface="ＭＳ Ｐゴシック" charset="0"/>
              </a:rPr>
              <a:t>Choosing two from ~16 available seminars</a:t>
            </a:r>
          </a:p>
          <a:p>
            <a:pPr eaLnBrk="1" hangingPunct="1">
              <a:buFontTx/>
              <a:buChar char="-"/>
              <a:defRPr/>
            </a:pPr>
            <a:r>
              <a:rPr lang="en-AU" dirty="0">
                <a:cs typeface="ＭＳ Ｐゴシック" charset="0"/>
              </a:rPr>
              <a:t>Complete a major essay (~2500 words) for each seminar, as well as a small presentation and/or series of participation components</a:t>
            </a:r>
          </a:p>
          <a:p>
            <a:pPr marL="0" indent="0" eaLnBrk="1" hangingPunct="1">
              <a:buNone/>
              <a:defRPr/>
            </a:pPr>
            <a:endParaRPr lang="en-AU" dirty="0">
              <a:cs typeface="ＭＳ Ｐゴシック" charset="0"/>
            </a:endParaRPr>
          </a:p>
          <a:p>
            <a:pPr marL="674688" indent="0" eaLnBrk="1" hangingPunct="1">
              <a:buNone/>
              <a:defRPr/>
            </a:pPr>
            <a:r>
              <a:rPr lang="en-AU" b="1" i="1" dirty="0">
                <a:cs typeface="ＭＳ Ｐゴシック" charset="0"/>
              </a:rPr>
              <a:t>OR</a:t>
            </a:r>
          </a:p>
          <a:p>
            <a:pPr marL="0" indent="0" eaLnBrk="1" hangingPunct="1">
              <a:buNone/>
              <a:defRPr/>
            </a:pPr>
            <a:endParaRPr lang="en-AU" dirty="0">
              <a:cs typeface="ＭＳ Ｐゴシック" charset="0"/>
            </a:endParaRPr>
          </a:p>
          <a:p>
            <a:pPr marL="0" indent="0">
              <a:buNone/>
              <a:defRPr/>
            </a:pPr>
            <a:r>
              <a:rPr lang="en-AU" b="1" i="1" dirty="0">
                <a:cs typeface="ＭＳ Ｐゴシック" charset="0"/>
              </a:rPr>
              <a:t>Theoretical Thesis (30%)</a:t>
            </a:r>
            <a:endParaRPr lang="en-AU" dirty="0">
              <a:cs typeface="ＭＳ Ｐゴシック" charset="0"/>
            </a:endParaRPr>
          </a:p>
          <a:p>
            <a:pPr>
              <a:buFontTx/>
              <a:buChar char="-"/>
              <a:defRPr/>
            </a:pPr>
            <a:r>
              <a:rPr lang="en-AU" dirty="0">
                <a:cs typeface="ＭＳ Ｐゴシック" charset="0"/>
              </a:rPr>
              <a:t>Only if you completed HPSC3023 are you eligible to do the Theoretical Thesis instead of the Special Fields Seminars </a:t>
            </a:r>
          </a:p>
          <a:p>
            <a:pPr>
              <a:buFontTx/>
              <a:buChar char="-"/>
              <a:defRPr/>
            </a:pPr>
            <a:r>
              <a:rPr lang="en-AU" dirty="0">
                <a:cs typeface="ＭＳ Ｐゴシック" charset="0"/>
              </a:rPr>
              <a:t>8,000 words; an extended analysis of a theoretical concept in psychology, researched and prepared under the supervision of Dr Fiona Hibberd</a:t>
            </a:r>
            <a:endParaRPr lang="en-AU" b="1" i="1" dirty="0">
              <a:cs typeface="ＭＳ Ｐゴシック" charset="0"/>
            </a:endParaRPr>
          </a:p>
        </p:txBody>
      </p:sp>
    </p:spTree>
    <p:extLst>
      <p:ext uri="{BB962C8B-B14F-4D97-AF65-F5344CB8AC3E}">
        <p14:creationId xmlns:p14="http://schemas.microsoft.com/office/powerpoint/2010/main" val="20316962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9"/>
          <p:cNvSpPr>
            <a:spLocks noGrp="1"/>
          </p:cNvSpPr>
          <p:nvPr>
            <p:ph type="title" idx="4294967295"/>
          </p:nvPr>
        </p:nvSpPr>
        <p:spPr/>
        <p:txBody>
          <a:bodyPr/>
          <a:lstStyle/>
          <a:p>
            <a:pPr>
              <a:defRPr/>
            </a:pPr>
            <a:r>
              <a:rPr lang="en-AU" i="1" dirty="0">
                <a:cs typeface="ＭＳ Ｐゴシック" charset="0"/>
              </a:rPr>
              <a:t>Examples of Special Fields Seminars from 2018…</a:t>
            </a:r>
          </a:p>
        </p:txBody>
      </p:sp>
      <p:sp>
        <p:nvSpPr>
          <p:cNvPr id="112642" name="Rectangle 10"/>
          <p:cNvSpPr>
            <a:spLocks noGrp="1"/>
          </p:cNvSpPr>
          <p:nvPr>
            <p:ph type="body" idx="4294967295"/>
          </p:nvPr>
        </p:nvSpPr>
        <p:spPr>
          <a:xfrm>
            <a:off x="228600" y="1295400"/>
            <a:ext cx="8662988" cy="5257800"/>
          </a:xfrm>
        </p:spPr>
        <p:txBody>
          <a:bodyPr>
            <a:normAutofit/>
          </a:bodyPr>
          <a:lstStyle/>
          <a:p>
            <a:pPr eaLnBrk="1" hangingPunct="1">
              <a:defRPr/>
            </a:pPr>
            <a:r>
              <a:rPr lang="en-US" dirty="0">
                <a:cs typeface="ＭＳ Ｐゴシック" charset="0"/>
              </a:rPr>
              <a:t>Source Monitoring: Developmental Psychology and “Fake News”</a:t>
            </a:r>
          </a:p>
          <a:p>
            <a:pPr eaLnBrk="1" hangingPunct="1">
              <a:defRPr/>
            </a:pPr>
            <a:r>
              <a:rPr lang="en-US" dirty="0">
                <a:cs typeface="ＭＳ Ｐゴシック" charset="0"/>
              </a:rPr>
              <a:t>Brain Representations: the Spaces Inside our Heads</a:t>
            </a:r>
          </a:p>
          <a:p>
            <a:pPr eaLnBrk="1" hangingPunct="1">
              <a:defRPr/>
            </a:pPr>
            <a:r>
              <a:rPr lang="en-US" dirty="0">
                <a:cs typeface="ＭＳ Ｐゴシック" charset="0"/>
              </a:rPr>
              <a:t>Genes or Memes: Unravelling the Paradox of Eating Disorders</a:t>
            </a:r>
          </a:p>
          <a:p>
            <a:pPr eaLnBrk="1" hangingPunct="1">
              <a:defRPr/>
            </a:pPr>
            <a:r>
              <a:rPr lang="en-US" dirty="0">
                <a:cs typeface="ＭＳ Ｐゴシック" charset="0"/>
              </a:rPr>
              <a:t>Not Guilty: the Sydney Exoneration Project</a:t>
            </a:r>
          </a:p>
          <a:p>
            <a:pPr eaLnBrk="1" hangingPunct="1">
              <a:defRPr/>
            </a:pPr>
            <a:r>
              <a:rPr lang="en-US" dirty="0">
                <a:cs typeface="ＭＳ Ｐゴシック" charset="0"/>
              </a:rPr>
              <a:t>Neurobiology of Appetite and Exercise</a:t>
            </a:r>
          </a:p>
          <a:p>
            <a:pPr eaLnBrk="1" hangingPunct="1">
              <a:defRPr/>
            </a:pPr>
            <a:r>
              <a:rPr lang="en-US" dirty="0">
                <a:cs typeface="ＭＳ Ｐゴシック" charset="0"/>
              </a:rPr>
              <a:t>LGBTQI People and the Healthcare System</a:t>
            </a:r>
          </a:p>
          <a:p>
            <a:pPr eaLnBrk="1" hangingPunct="1">
              <a:defRPr/>
            </a:pPr>
            <a:r>
              <a:rPr lang="en-US" dirty="0">
                <a:cs typeface="ＭＳ Ｐゴシック" charset="0"/>
              </a:rPr>
              <a:t>Psycho-oncology: Adjusting to Life After Cancer</a:t>
            </a:r>
          </a:p>
          <a:p>
            <a:pPr eaLnBrk="1" hangingPunct="1">
              <a:defRPr/>
            </a:pPr>
            <a:r>
              <a:rPr lang="en-US" dirty="0">
                <a:cs typeface="ＭＳ Ｐゴシック" charset="0"/>
              </a:rPr>
              <a:t>Mindfulness: the Good, the Bad, and the Ugly</a:t>
            </a:r>
          </a:p>
          <a:p>
            <a:pPr eaLnBrk="1" hangingPunct="1">
              <a:defRPr/>
            </a:pPr>
            <a:r>
              <a:rPr lang="en-US" dirty="0">
                <a:cs typeface="ＭＳ Ｐゴシック" charset="0"/>
              </a:rPr>
              <a:t>Religion, Spirituality, and Psychological Health</a:t>
            </a:r>
          </a:p>
          <a:p>
            <a:pPr eaLnBrk="1" hangingPunct="1">
              <a:defRPr/>
            </a:pPr>
            <a:r>
              <a:rPr lang="en-US" dirty="0" err="1">
                <a:cs typeface="ＭＳ Ｐゴシック" charset="0"/>
              </a:rPr>
              <a:t>Paediatric</a:t>
            </a:r>
            <a:r>
              <a:rPr lang="en-US" dirty="0">
                <a:cs typeface="ＭＳ Ｐゴシック" charset="0"/>
              </a:rPr>
              <a:t> Neuropsychology</a:t>
            </a:r>
            <a:endParaRPr lang="en-US" dirty="0">
              <a:ea typeface="ＭＳ Ｐゴシック" charset="0"/>
              <a:cs typeface="ＭＳ Ｐゴシック" charset="0"/>
            </a:endParaRPr>
          </a:p>
        </p:txBody>
      </p:sp>
    </p:spTree>
    <p:extLst>
      <p:ext uri="{BB962C8B-B14F-4D97-AF65-F5344CB8AC3E}">
        <p14:creationId xmlns:p14="http://schemas.microsoft.com/office/powerpoint/2010/main" val="1115525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4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264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264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264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264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264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264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264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264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1264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9"/>
          <p:cNvSpPr>
            <a:spLocks noGrp="1"/>
          </p:cNvSpPr>
          <p:nvPr>
            <p:ph type="title" idx="4294967295"/>
          </p:nvPr>
        </p:nvSpPr>
        <p:spPr/>
        <p:txBody>
          <a:bodyPr/>
          <a:lstStyle/>
          <a:p>
            <a:pPr>
              <a:defRPr/>
            </a:pPr>
            <a:r>
              <a:rPr lang="en-AU" dirty="0">
                <a:cs typeface="ＭＳ Ｐゴシック" charset="0"/>
              </a:rPr>
              <a:t>Ethics &amp; Professional Issues (5%)</a:t>
            </a:r>
          </a:p>
        </p:txBody>
      </p:sp>
      <p:sp>
        <p:nvSpPr>
          <p:cNvPr id="112642" name="Rectangle 10"/>
          <p:cNvSpPr>
            <a:spLocks noGrp="1"/>
          </p:cNvSpPr>
          <p:nvPr>
            <p:ph type="body" idx="4294967295"/>
          </p:nvPr>
        </p:nvSpPr>
        <p:spPr>
          <a:xfrm>
            <a:off x="228600" y="1295400"/>
            <a:ext cx="8662988" cy="5257800"/>
          </a:xfrm>
        </p:spPr>
        <p:txBody>
          <a:bodyPr/>
          <a:lstStyle/>
          <a:p>
            <a:pPr eaLnBrk="1" hangingPunct="1">
              <a:defRPr/>
            </a:pPr>
            <a:r>
              <a:rPr lang="en-AU" dirty="0">
                <a:cs typeface="ＭＳ Ｐゴシック" charset="0"/>
              </a:rPr>
              <a:t>Six lectures and two workshops (marked attendance) </a:t>
            </a:r>
            <a:r>
              <a:rPr lang="en-AU" b="1" i="1" dirty="0">
                <a:cs typeface="ＭＳ Ｐゴシック" charset="0"/>
              </a:rPr>
              <a:t>[1%]</a:t>
            </a:r>
          </a:p>
          <a:p>
            <a:pPr eaLnBrk="1" hangingPunct="1">
              <a:defRPr/>
            </a:pPr>
            <a:r>
              <a:rPr lang="en-AU" dirty="0">
                <a:cs typeface="ＭＳ Ｐゴシック" charset="0"/>
              </a:rPr>
              <a:t>A final exam with four SAQs </a:t>
            </a:r>
            <a:r>
              <a:rPr lang="en-AU" b="1" i="1" dirty="0">
                <a:cs typeface="ＭＳ Ｐゴシック" charset="0"/>
              </a:rPr>
              <a:t>[4%]</a:t>
            </a:r>
          </a:p>
          <a:p>
            <a:pPr eaLnBrk="1" hangingPunct="1">
              <a:defRPr/>
            </a:pPr>
            <a:endParaRPr lang="en-AU" dirty="0">
              <a:cs typeface="ＭＳ Ｐゴシック" charset="0"/>
            </a:endParaRPr>
          </a:p>
          <a:p>
            <a:pPr eaLnBrk="1" hangingPunct="1">
              <a:defRPr/>
            </a:pPr>
            <a:r>
              <a:rPr lang="en-US" dirty="0">
                <a:cs typeface="ＭＳ Ｐゴシック" charset="0"/>
              </a:rPr>
              <a:t>The current regulatory and legal context for the practice of psychology; ethical principles for the practice of psychology; approaches in psychological assessment; evidence-based treatments</a:t>
            </a:r>
          </a:p>
        </p:txBody>
      </p:sp>
    </p:spTree>
    <p:extLst>
      <p:ext uri="{BB962C8B-B14F-4D97-AF65-F5344CB8AC3E}">
        <p14:creationId xmlns:p14="http://schemas.microsoft.com/office/powerpoint/2010/main" val="13642775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9"/>
          <p:cNvSpPr>
            <a:spLocks noGrp="1"/>
          </p:cNvSpPr>
          <p:nvPr>
            <p:ph type="title" idx="4294967295"/>
          </p:nvPr>
        </p:nvSpPr>
        <p:spPr/>
        <p:txBody>
          <a:bodyPr/>
          <a:lstStyle/>
          <a:p>
            <a:pPr>
              <a:defRPr/>
            </a:pPr>
            <a:r>
              <a:rPr lang="en-AU" dirty="0">
                <a:cs typeface="ＭＳ Ｐゴシック" charset="0"/>
              </a:rPr>
              <a:t>Empirical Thesis (50%)</a:t>
            </a:r>
          </a:p>
        </p:txBody>
      </p:sp>
      <p:sp>
        <p:nvSpPr>
          <p:cNvPr id="112642" name="Rectangle 10"/>
          <p:cNvSpPr>
            <a:spLocks noGrp="1"/>
          </p:cNvSpPr>
          <p:nvPr>
            <p:ph type="body" idx="4294967295"/>
          </p:nvPr>
        </p:nvSpPr>
        <p:spPr>
          <a:xfrm>
            <a:off x="228600" y="1295400"/>
            <a:ext cx="8662988" cy="5257800"/>
          </a:xfrm>
        </p:spPr>
        <p:txBody>
          <a:bodyPr/>
          <a:lstStyle/>
          <a:p>
            <a:pPr eaLnBrk="1" hangingPunct="1">
              <a:defRPr/>
            </a:pPr>
            <a:r>
              <a:rPr lang="en-AU" dirty="0">
                <a:cs typeface="ＭＳ Ｐゴシック" charset="0"/>
              </a:rPr>
              <a:t>9,000 to 12,000 words</a:t>
            </a:r>
          </a:p>
          <a:p>
            <a:pPr eaLnBrk="1" hangingPunct="1">
              <a:defRPr/>
            </a:pPr>
            <a:r>
              <a:rPr lang="en-AU" dirty="0">
                <a:cs typeface="ＭＳ Ｐゴシック" charset="0"/>
              </a:rPr>
              <a:t>Design, conduct, and analyse the results from an empirical study, and then write a thesis; all under the supervision of an academic</a:t>
            </a:r>
            <a:endParaRPr lang="en-US" dirty="0">
              <a:ea typeface="Tw Cen MT"/>
            </a:endParaRPr>
          </a:p>
          <a:p>
            <a:pPr eaLnBrk="1" hangingPunct="1">
              <a:defRPr/>
            </a:pPr>
            <a:r>
              <a:rPr lang="en-US" dirty="0"/>
              <a:t>Unlike anything you</a:t>
            </a:r>
            <a:r>
              <a:rPr lang="en-AU" dirty="0"/>
              <a:t> have</a:t>
            </a:r>
            <a:r>
              <a:rPr lang="en-US" altLang="ja-JP" dirty="0"/>
              <a:t> done before – a large and sustained research project</a:t>
            </a:r>
          </a:p>
          <a:p>
            <a:pPr eaLnBrk="1" hangingPunct="1">
              <a:defRPr/>
            </a:pPr>
            <a:r>
              <a:rPr lang="en-US" dirty="0"/>
              <a:t>Appreciate the importance of the research process in psychology, an evidence-based discipline</a:t>
            </a:r>
          </a:p>
        </p:txBody>
      </p:sp>
    </p:spTree>
    <p:extLst>
      <p:ext uri="{BB962C8B-B14F-4D97-AF65-F5344CB8AC3E}">
        <p14:creationId xmlns:p14="http://schemas.microsoft.com/office/powerpoint/2010/main" val="20906431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9"/>
          <p:cNvSpPr>
            <a:spLocks noGrp="1"/>
          </p:cNvSpPr>
          <p:nvPr>
            <p:ph type="title" idx="4294967295"/>
          </p:nvPr>
        </p:nvSpPr>
        <p:spPr/>
        <p:txBody>
          <a:bodyPr/>
          <a:lstStyle/>
          <a:p>
            <a:pPr eaLnBrk="1" hangingPunct="1"/>
            <a:r>
              <a:rPr lang="en-AU" u="sng" dirty="0">
                <a:cs typeface="ＭＳ Ｐゴシック" charset="0"/>
              </a:rPr>
              <a:t>Sample</a:t>
            </a:r>
            <a:r>
              <a:rPr lang="en-AU" dirty="0">
                <a:cs typeface="ＭＳ Ｐゴシック" charset="0"/>
              </a:rPr>
              <a:t> Timetable for Semester 1 </a:t>
            </a:r>
            <a:br>
              <a:rPr lang="en-AU" dirty="0">
                <a:cs typeface="ＭＳ Ｐゴシック" charset="0"/>
              </a:rPr>
            </a:br>
            <a:r>
              <a:rPr lang="en-AU" sz="2000" i="1" dirty="0">
                <a:cs typeface="ＭＳ Ｐゴシック" charset="0"/>
              </a:rPr>
              <a:t>(N.B: exact times may differ in 2019)</a:t>
            </a:r>
          </a:p>
        </p:txBody>
      </p:sp>
      <p:graphicFrame>
        <p:nvGraphicFramePr>
          <p:cNvPr id="5" name="Table 4"/>
          <p:cNvGraphicFramePr>
            <a:graphicFrameLocks noGrp="1"/>
          </p:cNvGraphicFramePr>
          <p:nvPr>
            <p:extLst>
              <p:ext uri="{D42A27DB-BD31-4B8C-83A1-F6EECF244321}">
                <p14:modId xmlns:p14="http://schemas.microsoft.com/office/powerpoint/2010/main" val="2420740059"/>
              </p:ext>
            </p:extLst>
          </p:nvPr>
        </p:nvGraphicFramePr>
        <p:xfrm>
          <a:off x="1169042" y="1469985"/>
          <a:ext cx="6759613" cy="4166890"/>
        </p:xfrm>
        <a:graphic>
          <a:graphicData uri="http://schemas.openxmlformats.org/drawingml/2006/table">
            <a:tbl>
              <a:tblPr firstRow="1" bandRow="1">
                <a:solidFill>
                  <a:schemeClr val="bg1"/>
                </a:solidFill>
                <a:tableStyleId>{3C2FFA5D-87B4-456A-9821-1D502468CF0F}</a:tableStyleId>
              </a:tblPr>
              <a:tblGrid>
                <a:gridCol w="486138">
                  <a:extLst>
                    <a:ext uri="{9D8B030D-6E8A-4147-A177-3AD203B41FA5}">
                      <a16:colId xmlns:a16="http://schemas.microsoft.com/office/drawing/2014/main" val="20000"/>
                    </a:ext>
                  </a:extLst>
                </a:gridCol>
                <a:gridCol w="1254695">
                  <a:extLst>
                    <a:ext uri="{9D8B030D-6E8A-4147-A177-3AD203B41FA5}">
                      <a16:colId xmlns:a16="http://schemas.microsoft.com/office/drawing/2014/main" val="20001"/>
                    </a:ext>
                  </a:extLst>
                </a:gridCol>
                <a:gridCol w="1254695">
                  <a:extLst>
                    <a:ext uri="{9D8B030D-6E8A-4147-A177-3AD203B41FA5}">
                      <a16:colId xmlns:a16="http://schemas.microsoft.com/office/drawing/2014/main" val="20002"/>
                    </a:ext>
                  </a:extLst>
                </a:gridCol>
                <a:gridCol w="1254695">
                  <a:extLst>
                    <a:ext uri="{9D8B030D-6E8A-4147-A177-3AD203B41FA5}">
                      <a16:colId xmlns:a16="http://schemas.microsoft.com/office/drawing/2014/main" val="20003"/>
                    </a:ext>
                  </a:extLst>
                </a:gridCol>
                <a:gridCol w="1254695">
                  <a:extLst>
                    <a:ext uri="{9D8B030D-6E8A-4147-A177-3AD203B41FA5}">
                      <a16:colId xmlns:a16="http://schemas.microsoft.com/office/drawing/2014/main" val="20004"/>
                    </a:ext>
                  </a:extLst>
                </a:gridCol>
                <a:gridCol w="1254695">
                  <a:extLst>
                    <a:ext uri="{9D8B030D-6E8A-4147-A177-3AD203B41FA5}">
                      <a16:colId xmlns:a16="http://schemas.microsoft.com/office/drawing/2014/main" val="20005"/>
                    </a:ext>
                  </a:extLst>
                </a:gridCol>
              </a:tblGrid>
              <a:tr h="416689">
                <a:tc>
                  <a:txBody>
                    <a:bodyPr/>
                    <a:lstStyle/>
                    <a:p>
                      <a:endParaRPr lang="en-US" dirty="0"/>
                    </a:p>
                  </a:txBody>
                  <a:tcPr/>
                </a:tc>
                <a:tc>
                  <a:txBody>
                    <a:bodyPr/>
                    <a:lstStyle/>
                    <a:p>
                      <a:r>
                        <a:rPr lang="en-US" dirty="0"/>
                        <a:t>Mon</a:t>
                      </a:r>
                    </a:p>
                  </a:txBody>
                  <a:tcPr/>
                </a:tc>
                <a:tc>
                  <a:txBody>
                    <a:bodyPr/>
                    <a:lstStyle/>
                    <a:p>
                      <a:r>
                        <a:rPr lang="en-US" dirty="0"/>
                        <a:t>Tues</a:t>
                      </a:r>
                    </a:p>
                  </a:txBody>
                  <a:tcPr/>
                </a:tc>
                <a:tc>
                  <a:txBody>
                    <a:bodyPr/>
                    <a:lstStyle/>
                    <a:p>
                      <a:r>
                        <a:rPr lang="en-US" dirty="0"/>
                        <a:t>Wed</a:t>
                      </a:r>
                    </a:p>
                  </a:txBody>
                  <a:tcPr/>
                </a:tc>
                <a:tc>
                  <a:txBody>
                    <a:bodyPr/>
                    <a:lstStyle/>
                    <a:p>
                      <a:r>
                        <a:rPr lang="en-US" dirty="0"/>
                        <a:t>Thurs</a:t>
                      </a:r>
                    </a:p>
                  </a:txBody>
                  <a:tcPr/>
                </a:tc>
                <a:tc>
                  <a:txBody>
                    <a:bodyPr/>
                    <a:lstStyle/>
                    <a:p>
                      <a:r>
                        <a:rPr lang="en-US" dirty="0"/>
                        <a:t>Fri</a:t>
                      </a:r>
                    </a:p>
                  </a:txBody>
                  <a:tcPr/>
                </a:tc>
                <a:extLst>
                  <a:ext uri="{0D108BD9-81ED-4DB2-BD59-A6C34878D82A}">
                    <a16:rowId xmlns:a16="http://schemas.microsoft.com/office/drawing/2014/main" val="10000"/>
                  </a:ext>
                </a:extLst>
              </a:tr>
              <a:tr h="416689">
                <a:tc>
                  <a:txBody>
                    <a:bodyPr/>
                    <a:lstStyle/>
                    <a:p>
                      <a:r>
                        <a:rPr lang="en-US" sz="1800" dirty="0"/>
                        <a:t>9</a:t>
                      </a:r>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dirty="0"/>
                    </a:p>
                  </a:txBody>
                  <a:tcPr/>
                </a:tc>
                <a:extLst>
                  <a:ext uri="{0D108BD9-81ED-4DB2-BD59-A6C34878D82A}">
                    <a16:rowId xmlns:a16="http://schemas.microsoft.com/office/drawing/2014/main" val="10001"/>
                  </a:ext>
                </a:extLst>
              </a:tr>
              <a:tr h="416689">
                <a:tc>
                  <a:txBody>
                    <a:bodyPr/>
                    <a:lstStyle/>
                    <a:p>
                      <a:r>
                        <a:rPr lang="en-US" sz="1800" dirty="0"/>
                        <a:t>10</a:t>
                      </a:r>
                    </a:p>
                  </a:txBody>
                  <a:tcPr/>
                </a:tc>
                <a:tc>
                  <a:txBody>
                    <a:bodyPr/>
                    <a:lstStyle/>
                    <a:p>
                      <a:endParaRPr lang="en-US" sz="1200"/>
                    </a:p>
                  </a:txBody>
                  <a:tcPr/>
                </a:tc>
                <a:tc>
                  <a:txBody>
                    <a:bodyPr/>
                    <a:lstStyle/>
                    <a:p>
                      <a:endParaRPr lang="en-US" sz="1200"/>
                    </a:p>
                  </a:txBody>
                  <a:tcPr/>
                </a:tc>
                <a:tc>
                  <a:txBody>
                    <a:bodyPr/>
                    <a:lstStyle/>
                    <a:p>
                      <a:endParaRPr lang="en-US" sz="1200" dirty="0"/>
                    </a:p>
                  </a:txBody>
                  <a:tcPr/>
                </a:tc>
                <a:tc>
                  <a:txBody>
                    <a:bodyPr/>
                    <a:lstStyle/>
                    <a:p>
                      <a:endParaRPr lang="en-US" sz="1200"/>
                    </a:p>
                  </a:txBody>
                  <a:tcPr/>
                </a:tc>
                <a:tc rowSpan="2">
                  <a:txBody>
                    <a:bodyPr/>
                    <a:lstStyle/>
                    <a:p>
                      <a:r>
                        <a:rPr lang="en-US" sz="1200" dirty="0"/>
                        <a:t>Research Methods Lecture</a:t>
                      </a:r>
                    </a:p>
                  </a:txBody>
                  <a:tcPr>
                    <a:solidFill>
                      <a:schemeClr val="bg1">
                        <a:lumMod val="75000"/>
                      </a:schemeClr>
                    </a:solidFill>
                  </a:tcPr>
                </a:tc>
                <a:extLst>
                  <a:ext uri="{0D108BD9-81ED-4DB2-BD59-A6C34878D82A}">
                    <a16:rowId xmlns:a16="http://schemas.microsoft.com/office/drawing/2014/main" val="10002"/>
                  </a:ext>
                </a:extLst>
              </a:tr>
              <a:tr h="416689">
                <a:tc>
                  <a:txBody>
                    <a:bodyPr/>
                    <a:lstStyle/>
                    <a:p>
                      <a:r>
                        <a:rPr lang="en-US" sz="1800" dirty="0"/>
                        <a:t>11</a:t>
                      </a:r>
                    </a:p>
                  </a:txBody>
                  <a:tcPr/>
                </a:tc>
                <a:tc>
                  <a:txBody>
                    <a:bodyPr/>
                    <a:lstStyle/>
                    <a:p>
                      <a:endParaRPr lang="en-US" sz="1200" dirty="0"/>
                    </a:p>
                  </a:txBody>
                  <a:tcPr/>
                </a:tc>
                <a:tc>
                  <a:txBody>
                    <a:bodyPr/>
                    <a:lstStyle/>
                    <a:p>
                      <a:endParaRPr lang="en-US" sz="1200"/>
                    </a:p>
                  </a:txBody>
                  <a:tcPr/>
                </a:tc>
                <a:tc>
                  <a:txBody>
                    <a:bodyPr/>
                    <a:lstStyle/>
                    <a:p>
                      <a:endParaRPr lang="en-US" sz="1200" dirty="0"/>
                    </a:p>
                  </a:txBody>
                  <a:tcPr/>
                </a:tc>
                <a:tc>
                  <a:txBody>
                    <a:bodyPr/>
                    <a:lstStyle/>
                    <a:p>
                      <a:endParaRPr lang="en-US" sz="1200"/>
                    </a:p>
                  </a:txBody>
                  <a:tcPr/>
                </a:tc>
                <a:tc vMerge="1">
                  <a:txBody>
                    <a:bodyPr/>
                    <a:lstStyle/>
                    <a:p>
                      <a:endParaRPr lang="en-US" sz="1200" dirty="0"/>
                    </a:p>
                  </a:txBody>
                  <a:tcPr/>
                </a:tc>
                <a:extLst>
                  <a:ext uri="{0D108BD9-81ED-4DB2-BD59-A6C34878D82A}">
                    <a16:rowId xmlns:a16="http://schemas.microsoft.com/office/drawing/2014/main" val="10003"/>
                  </a:ext>
                </a:extLst>
              </a:tr>
              <a:tr h="416689">
                <a:tc>
                  <a:txBody>
                    <a:bodyPr/>
                    <a:lstStyle/>
                    <a:p>
                      <a:r>
                        <a:rPr lang="en-US" sz="1800" dirty="0"/>
                        <a:t>12</a:t>
                      </a:r>
                    </a:p>
                  </a:txBody>
                  <a:tcPr/>
                </a:tc>
                <a:tc>
                  <a:txBody>
                    <a:bodyPr/>
                    <a:lstStyle/>
                    <a:p>
                      <a:endParaRPr lang="en-US" sz="1200"/>
                    </a:p>
                  </a:txBody>
                  <a:tcPr/>
                </a:tc>
                <a:tc>
                  <a:txBody>
                    <a:bodyPr/>
                    <a:lstStyle/>
                    <a:p>
                      <a:endParaRPr lang="en-US" sz="1200"/>
                    </a:p>
                  </a:txBody>
                  <a:tcPr/>
                </a:tc>
                <a:tc>
                  <a:txBody>
                    <a:bodyPr/>
                    <a:lstStyle/>
                    <a:p>
                      <a:endParaRPr lang="en-US" sz="1200"/>
                    </a:p>
                  </a:txBody>
                  <a:tcPr/>
                </a:tc>
                <a:tc rowSpan="2">
                  <a:txBody>
                    <a:bodyPr/>
                    <a:lstStyle/>
                    <a:p>
                      <a:r>
                        <a:rPr lang="en-US" sz="1200" dirty="0"/>
                        <a:t>Research Methods</a:t>
                      </a:r>
                      <a:r>
                        <a:rPr lang="en-US" sz="1200" baseline="0" dirty="0"/>
                        <a:t> Tutorial</a:t>
                      </a:r>
                      <a:endParaRPr lang="en-US" sz="1200" dirty="0"/>
                    </a:p>
                  </a:txBody>
                  <a:tcPr>
                    <a:solidFill>
                      <a:schemeClr val="bg1">
                        <a:lumMod val="75000"/>
                      </a:schemeClr>
                    </a:solidFill>
                  </a:tcPr>
                </a:tc>
                <a:tc>
                  <a:txBody>
                    <a:bodyPr/>
                    <a:lstStyle/>
                    <a:p>
                      <a:endParaRPr lang="en-US" sz="1200" dirty="0"/>
                    </a:p>
                  </a:txBody>
                  <a:tcPr/>
                </a:tc>
                <a:extLst>
                  <a:ext uri="{0D108BD9-81ED-4DB2-BD59-A6C34878D82A}">
                    <a16:rowId xmlns:a16="http://schemas.microsoft.com/office/drawing/2014/main" val="10004"/>
                  </a:ext>
                </a:extLst>
              </a:tr>
              <a:tr h="416689">
                <a:tc>
                  <a:txBody>
                    <a:bodyPr/>
                    <a:lstStyle/>
                    <a:p>
                      <a:r>
                        <a:rPr lang="en-US" sz="1800" dirty="0"/>
                        <a:t>1</a:t>
                      </a:r>
                    </a:p>
                  </a:txBody>
                  <a:tcPr/>
                </a:tc>
                <a:tc>
                  <a:txBody>
                    <a:bodyPr/>
                    <a:lstStyle/>
                    <a:p>
                      <a:endParaRPr lang="en-US" sz="1200"/>
                    </a:p>
                  </a:txBody>
                  <a:tcPr/>
                </a:tc>
                <a:tc>
                  <a:txBody>
                    <a:bodyPr/>
                    <a:lstStyle/>
                    <a:p>
                      <a:endParaRPr lang="en-US" sz="1200"/>
                    </a:p>
                  </a:txBody>
                  <a:tcPr/>
                </a:tc>
                <a:tc>
                  <a:txBody>
                    <a:bodyPr/>
                    <a:lstStyle/>
                    <a:p>
                      <a:endParaRPr lang="en-US" sz="1200"/>
                    </a:p>
                  </a:txBody>
                  <a:tcPr/>
                </a:tc>
                <a:tc vMerge="1">
                  <a:txBody>
                    <a:bodyPr/>
                    <a:lstStyle/>
                    <a:p>
                      <a:endParaRPr lang="en-US" sz="1200" dirty="0"/>
                    </a:p>
                  </a:txBody>
                  <a:tcPr/>
                </a:tc>
                <a:tc>
                  <a:txBody>
                    <a:bodyPr/>
                    <a:lstStyle/>
                    <a:p>
                      <a:endParaRPr lang="en-US" sz="1200" dirty="0"/>
                    </a:p>
                  </a:txBody>
                  <a:tcPr/>
                </a:tc>
                <a:extLst>
                  <a:ext uri="{0D108BD9-81ED-4DB2-BD59-A6C34878D82A}">
                    <a16:rowId xmlns:a16="http://schemas.microsoft.com/office/drawing/2014/main" val="10005"/>
                  </a:ext>
                </a:extLst>
              </a:tr>
              <a:tr h="416689">
                <a:tc>
                  <a:txBody>
                    <a:bodyPr/>
                    <a:lstStyle/>
                    <a:p>
                      <a:r>
                        <a:rPr lang="en-US" sz="1800" dirty="0"/>
                        <a:t>2</a:t>
                      </a:r>
                    </a:p>
                  </a:txBody>
                  <a:tcPr/>
                </a:tc>
                <a:tc rowSpan="2">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latin typeface="+mn-lt"/>
                        </a:rPr>
                        <a:t>Special Fields Seminar 1</a:t>
                      </a:r>
                      <a:endParaRPr lang="en-US" sz="1200" dirty="0"/>
                    </a:p>
                  </a:txBody>
                  <a:tcPr>
                    <a:solidFill>
                      <a:schemeClr val="bg1">
                        <a:lumMod val="75000"/>
                      </a:schemeClr>
                    </a:solidFill>
                  </a:tcPr>
                </a:tc>
                <a:tc>
                  <a:txBody>
                    <a:bodyPr/>
                    <a:lstStyle/>
                    <a:p>
                      <a:endParaRPr lang="en-US" sz="1200"/>
                    </a:p>
                  </a:txBody>
                  <a:tcPr/>
                </a:tc>
                <a:tc rowSpan="2">
                  <a:txBody>
                    <a:bodyPr/>
                    <a:lstStyle/>
                    <a:p>
                      <a:r>
                        <a:rPr lang="en-US" sz="1200" dirty="0"/>
                        <a:t>Special Fields Seminar 2</a:t>
                      </a:r>
                    </a:p>
                  </a:txBody>
                  <a:tcPr>
                    <a:solidFill>
                      <a:schemeClr val="bg1">
                        <a:lumMod val="75000"/>
                      </a:schemeClr>
                    </a:solidFill>
                  </a:tcPr>
                </a:tc>
                <a:tc>
                  <a:txBody>
                    <a:bodyPr/>
                    <a:lstStyle/>
                    <a:p>
                      <a:endParaRPr lang="en-US" sz="1200"/>
                    </a:p>
                  </a:txBody>
                  <a:tcPr/>
                </a:tc>
                <a:tc>
                  <a:txBody>
                    <a:bodyPr/>
                    <a:lstStyle/>
                    <a:p>
                      <a:endParaRPr lang="en-US" sz="1200"/>
                    </a:p>
                  </a:txBody>
                  <a:tcPr/>
                </a:tc>
                <a:extLst>
                  <a:ext uri="{0D108BD9-81ED-4DB2-BD59-A6C34878D82A}">
                    <a16:rowId xmlns:a16="http://schemas.microsoft.com/office/drawing/2014/main" val="10006"/>
                  </a:ext>
                </a:extLst>
              </a:tr>
              <a:tr h="416689">
                <a:tc>
                  <a:txBody>
                    <a:bodyPr/>
                    <a:lstStyle/>
                    <a:p>
                      <a:r>
                        <a:rPr lang="en-US" sz="1800" dirty="0"/>
                        <a:t>3</a:t>
                      </a:r>
                    </a:p>
                  </a:txBody>
                  <a:tcPr/>
                </a:tc>
                <a:tc vMerge="1">
                  <a:txBody>
                    <a:bodyPr/>
                    <a:lstStyle/>
                    <a:p>
                      <a:endParaRPr lang="en-US" sz="1200" dirty="0"/>
                    </a:p>
                  </a:txBody>
                  <a:tcPr/>
                </a:tc>
                <a:tc rowSpan="2">
                  <a:txBody>
                    <a:bodyPr/>
                    <a:lstStyle/>
                    <a:p>
                      <a:r>
                        <a:rPr lang="en-US" sz="1200" dirty="0"/>
                        <a:t>Research Methods Lecture</a:t>
                      </a:r>
                    </a:p>
                  </a:txBody>
                  <a:tcPr>
                    <a:solidFill>
                      <a:schemeClr val="tx1">
                        <a:lumMod val="50000"/>
                        <a:lumOff val="50000"/>
                        <a:alpha val="40000"/>
                      </a:schemeClr>
                    </a:solidFill>
                  </a:tcPr>
                </a:tc>
                <a:tc vMerge="1">
                  <a:txBody>
                    <a:bodyPr/>
                    <a:lstStyle/>
                    <a:p>
                      <a:endParaRPr lang="en-US" sz="1200" dirty="0"/>
                    </a:p>
                  </a:txBody>
                  <a:tcPr/>
                </a:tc>
                <a:tc>
                  <a:txBody>
                    <a:bodyPr/>
                    <a:lstStyle/>
                    <a:p>
                      <a:endParaRPr lang="en-US" sz="1200"/>
                    </a:p>
                  </a:txBody>
                  <a:tcPr/>
                </a:tc>
                <a:tc>
                  <a:txBody>
                    <a:bodyPr/>
                    <a:lstStyle/>
                    <a:p>
                      <a:endParaRPr lang="en-US" sz="1200" dirty="0"/>
                    </a:p>
                  </a:txBody>
                  <a:tcPr/>
                </a:tc>
                <a:extLst>
                  <a:ext uri="{0D108BD9-81ED-4DB2-BD59-A6C34878D82A}">
                    <a16:rowId xmlns:a16="http://schemas.microsoft.com/office/drawing/2014/main" val="10007"/>
                  </a:ext>
                </a:extLst>
              </a:tr>
              <a:tr h="416689">
                <a:tc>
                  <a:txBody>
                    <a:bodyPr/>
                    <a:lstStyle/>
                    <a:p>
                      <a:r>
                        <a:rPr lang="en-US" sz="1800" dirty="0"/>
                        <a:t>4</a:t>
                      </a:r>
                    </a:p>
                  </a:txBody>
                  <a:tcPr/>
                </a:tc>
                <a:tc>
                  <a:txBody>
                    <a:bodyPr/>
                    <a:lstStyle/>
                    <a:p>
                      <a:endParaRPr lang="en-US" sz="1200" dirty="0"/>
                    </a:p>
                  </a:txBody>
                  <a:tcPr/>
                </a:tc>
                <a:tc vMerge="1">
                  <a:txBody>
                    <a:bodyPr/>
                    <a:lstStyle/>
                    <a:p>
                      <a:endParaRPr lang="en-US" sz="1200" dirty="0"/>
                    </a:p>
                  </a:txBody>
                  <a:tcPr/>
                </a:tc>
                <a:tc>
                  <a:txBody>
                    <a:bodyPr/>
                    <a:lstStyle/>
                    <a:p>
                      <a:endParaRPr lang="en-US" sz="1200"/>
                    </a:p>
                  </a:txBody>
                  <a:tcPr/>
                </a:tc>
                <a:tc>
                  <a:txBody>
                    <a:bodyPr/>
                    <a:lstStyle/>
                    <a:p>
                      <a:endParaRPr lang="en-US" sz="1200" dirty="0"/>
                    </a:p>
                  </a:txBody>
                  <a:tcPr/>
                </a:tc>
                <a:tc>
                  <a:txBody>
                    <a:bodyPr/>
                    <a:lstStyle/>
                    <a:p>
                      <a:endParaRPr lang="en-US" sz="1200" dirty="0"/>
                    </a:p>
                  </a:txBody>
                  <a:tcPr/>
                </a:tc>
                <a:extLst>
                  <a:ext uri="{0D108BD9-81ED-4DB2-BD59-A6C34878D82A}">
                    <a16:rowId xmlns:a16="http://schemas.microsoft.com/office/drawing/2014/main" val="10008"/>
                  </a:ext>
                </a:extLst>
              </a:tr>
              <a:tr h="416689">
                <a:tc>
                  <a:txBody>
                    <a:bodyPr/>
                    <a:lstStyle/>
                    <a:p>
                      <a:r>
                        <a:rPr lang="en-US" sz="1800" dirty="0"/>
                        <a:t>5</a:t>
                      </a:r>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dirty="0"/>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6449090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9"/>
          <p:cNvSpPr>
            <a:spLocks noGrp="1"/>
          </p:cNvSpPr>
          <p:nvPr>
            <p:ph type="title" idx="4294967295"/>
          </p:nvPr>
        </p:nvSpPr>
        <p:spPr/>
        <p:txBody>
          <a:bodyPr/>
          <a:lstStyle/>
          <a:p>
            <a:r>
              <a:rPr lang="en-AU" u="sng" dirty="0">
                <a:cs typeface="ＭＳ Ｐゴシック" charset="0"/>
              </a:rPr>
              <a:t>Sample</a:t>
            </a:r>
            <a:r>
              <a:rPr lang="en-AU" dirty="0">
                <a:cs typeface="ＭＳ Ｐゴシック" charset="0"/>
              </a:rPr>
              <a:t> Timetable for Semester 2</a:t>
            </a:r>
            <a:br>
              <a:rPr lang="en-AU" dirty="0">
                <a:cs typeface="ＭＳ Ｐゴシック" charset="0"/>
              </a:rPr>
            </a:br>
            <a:r>
              <a:rPr lang="en-AU" sz="2000" i="1" dirty="0">
                <a:cs typeface="ＭＳ Ｐゴシック" charset="0"/>
              </a:rPr>
              <a:t>(N.B: exact times may differ in 2019)</a:t>
            </a:r>
            <a:endParaRPr lang="en-AU" dirty="0">
              <a:cs typeface="ＭＳ Ｐゴシック"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014611602"/>
              </p:ext>
            </p:extLst>
          </p:nvPr>
        </p:nvGraphicFramePr>
        <p:xfrm>
          <a:off x="1169042" y="1469985"/>
          <a:ext cx="6759612" cy="4166890"/>
        </p:xfrm>
        <a:graphic>
          <a:graphicData uri="http://schemas.openxmlformats.org/drawingml/2006/table">
            <a:tbl>
              <a:tblPr firstRow="1" bandRow="1">
                <a:solidFill>
                  <a:schemeClr val="bg1"/>
                </a:solidFill>
                <a:tableStyleId>{3C2FFA5D-87B4-456A-9821-1D502468CF0F}</a:tableStyleId>
              </a:tblPr>
              <a:tblGrid>
                <a:gridCol w="497712">
                  <a:extLst>
                    <a:ext uri="{9D8B030D-6E8A-4147-A177-3AD203B41FA5}">
                      <a16:colId xmlns:a16="http://schemas.microsoft.com/office/drawing/2014/main" val="20000"/>
                    </a:ext>
                  </a:extLst>
                </a:gridCol>
                <a:gridCol w="1252380">
                  <a:extLst>
                    <a:ext uri="{9D8B030D-6E8A-4147-A177-3AD203B41FA5}">
                      <a16:colId xmlns:a16="http://schemas.microsoft.com/office/drawing/2014/main" val="20001"/>
                    </a:ext>
                  </a:extLst>
                </a:gridCol>
                <a:gridCol w="1252380">
                  <a:extLst>
                    <a:ext uri="{9D8B030D-6E8A-4147-A177-3AD203B41FA5}">
                      <a16:colId xmlns:a16="http://schemas.microsoft.com/office/drawing/2014/main" val="20002"/>
                    </a:ext>
                  </a:extLst>
                </a:gridCol>
                <a:gridCol w="1252380">
                  <a:extLst>
                    <a:ext uri="{9D8B030D-6E8A-4147-A177-3AD203B41FA5}">
                      <a16:colId xmlns:a16="http://schemas.microsoft.com/office/drawing/2014/main" val="20003"/>
                    </a:ext>
                  </a:extLst>
                </a:gridCol>
                <a:gridCol w="1252380">
                  <a:extLst>
                    <a:ext uri="{9D8B030D-6E8A-4147-A177-3AD203B41FA5}">
                      <a16:colId xmlns:a16="http://schemas.microsoft.com/office/drawing/2014/main" val="20004"/>
                    </a:ext>
                  </a:extLst>
                </a:gridCol>
                <a:gridCol w="1252380">
                  <a:extLst>
                    <a:ext uri="{9D8B030D-6E8A-4147-A177-3AD203B41FA5}">
                      <a16:colId xmlns:a16="http://schemas.microsoft.com/office/drawing/2014/main" val="20005"/>
                    </a:ext>
                  </a:extLst>
                </a:gridCol>
              </a:tblGrid>
              <a:tr h="416689">
                <a:tc>
                  <a:txBody>
                    <a:bodyPr/>
                    <a:lstStyle/>
                    <a:p>
                      <a:endParaRPr lang="en-US" dirty="0"/>
                    </a:p>
                  </a:txBody>
                  <a:tcPr/>
                </a:tc>
                <a:tc>
                  <a:txBody>
                    <a:bodyPr/>
                    <a:lstStyle/>
                    <a:p>
                      <a:r>
                        <a:rPr lang="en-US" dirty="0"/>
                        <a:t>Mon</a:t>
                      </a:r>
                    </a:p>
                  </a:txBody>
                  <a:tcPr/>
                </a:tc>
                <a:tc>
                  <a:txBody>
                    <a:bodyPr/>
                    <a:lstStyle/>
                    <a:p>
                      <a:r>
                        <a:rPr lang="en-US" dirty="0"/>
                        <a:t>Tues</a:t>
                      </a:r>
                    </a:p>
                  </a:txBody>
                  <a:tcPr/>
                </a:tc>
                <a:tc>
                  <a:txBody>
                    <a:bodyPr/>
                    <a:lstStyle/>
                    <a:p>
                      <a:r>
                        <a:rPr lang="en-US" dirty="0"/>
                        <a:t>Wed</a:t>
                      </a:r>
                    </a:p>
                  </a:txBody>
                  <a:tcPr/>
                </a:tc>
                <a:tc>
                  <a:txBody>
                    <a:bodyPr/>
                    <a:lstStyle/>
                    <a:p>
                      <a:r>
                        <a:rPr lang="en-US" dirty="0"/>
                        <a:t>Thurs</a:t>
                      </a:r>
                    </a:p>
                  </a:txBody>
                  <a:tcPr/>
                </a:tc>
                <a:tc>
                  <a:txBody>
                    <a:bodyPr/>
                    <a:lstStyle/>
                    <a:p>
                      <a:r>
                        <a:rPr lang="en-US" dirty="0"/>
                        <a:t>Fri</a:t>
                      </a:r>
                    </a:p>
                  </a:txBody>
                  <a:tcPr/>
                </a:tc>
                <a:extLst>
                  <a:ext uri="{0D108BD9-81ED-4DB2-BD59-A6C34878D82A}">
                    <a16:rowId xmlns:a16="http://schemas.microsoft.com/office/drawing/2014/main" val="10000"/>
                  </a:ext>
                </a:extLst>
              </a:tr>
              <a:tr h="416689">
                <a:tc>
                  <a:txBody>
                    <a:bodyPr/>
                    <a:lstStyle/>
                    <a:p>
                      <a:r>
                        <a:rPr lang="en-US" sz="1800" dirty="0"/>
                        <a:t>9</a:t>
                      </a:r>
                    </a:p>
                  </a:txBody>
                  <a:tcPr/>
                </a:tc>
                <a:tc>
                  <a:txBody>
                    <a:bodyPr/>
                    <a:lstStyle/>
                    <a:p>
                      <a:endParaRPr lang="en-US" sz="1200"/>
                    </a:p>
                  </a:txBody>
                  <a:tcPr/>
                </a:tc>
                <a:tc>
                  <a:txBody>
                    <a:bodyPr/>
                    <a:lstStyle/>
                    <a:p>
                      <a:endParaRPr lang="en-US" sz="1200"/>
                    </a:p>
                  </a:txBody>
                  <a:tcPr/>
                </a:tc>
                <a:tc>
                  <a:txBody>
                    <a:bodyPr/>
                    <a:lstStyle/>
                    <a:p>
                      <a:endParaRPr lang="en-US" sz="1200" dirty="0"/>
                    </a:p>
                  </a:txBody>
                  <a:tcPr/>
                </a:tc>
                <a:tc>
                  <a:txBody>
                    <a:bodyPr/>
                    <a:lstStyle/>
                    <a:p>
                      <a:endParaRPr lang="en-US" sz="1200"/>
                    </a:p>
                  </a:txBody>
                  <a:tcPr/>
                </a:tc>
                <a:tc>
                  <a:txBody>
                    <a:bodyPr/>
                    <a:lstStyle/>
                    <a:p>
                      <a:endParaRPr lang="en-US" sz="1200" dirty="0"/>
                    </a:p>
                  </a:txBody>
                  <a:tcPr/>
                </a:tc>
                <a:extLst>
                  <a:ext uri="{0D108BD9-81ED-4DB2-BD59-A6C34878D82A}">
                    <a16:rowId xmlns:a16="http://schemas.microsoft.com/office/drawing/2014/main" val="10001"/>
                  </a:ext>
                </a:extLst>
              </a:tr>
              <a:tr h="416689">
                <a:tc>
                  <a:txBody>
                    <a:bodyPr/>
                    <a:lstStyle/>
                    <a:p>
                      <a:r>
                        <a:rPr lang="en-US" sz="1800" dirty="0"/>
                        <a:t>10</a:t>
                      </a:r>
                    </a:p>
                  </a:txBody>
                  <a:tcPr/>
                </a:tc>
                <a:tc>
                  <a:txBody>
                    <a:bodyPr/>
                    <a:lstStyle/>
                    <a:p>
                      <a:endParaRPr lang="en-US" sz="1200"/>
                    </a:p>
                  </a:txBody>
                  <a:tcPr/>
                </a:tc>
                <a:tc>
                  <a:txBody>
                    <a:bodyPr/>
                    <a:lstStyle/>
                    <a:p>
                      <a:endParaRPr lang="en-US" sz="1200"/>
                    </a:p>
                  </a:txBody>
                  <a:tcPr/>
                </a:tc>
                <a:tc>
                  <a:txBody>
                    <a:bodyPr/>
                    <a:lstStyle/>
                    <a:p>
                      <a:endParaRPr lang="en-US" sz="1200" dirty="0"/>
                    </a:p>
                  </a:txBody>
                  <a:tcPr/>
                </a:tc>
                <a:tc>
                  <a:txBody>
                    <a:bodyPr/>
                    <a:lstStyle/>
                    <a:p>
                      <a:endParaRPr lang="en-US" sz="1200"/>
                    </a:p>
                  </a:txBody>
                  <a:tcPr/>
                </a:tc>
                <a:tc>
                  <a:txBody>
                    <a:bodyPr/>
                    <a:lstStyle/>
                    <a:p>
                      <a:endParaRPr lang="en-US" sz="1200" dirty="0"/>
                    </a:p>
                  </a:txBody>
                  <a:tcPr>
                    <a:solidFill>
                      <a:schemeClr val="bg1"/>
                    </a:solidFill>
                  </a:tcPr>
                </a:tc>
                <a:extLst>
                  <a:ext uri="{0D108BD9-81ED-4DB2-BD59-A6C34878D82A}">
                    <a16:rowId xmlns:a16="http://schemas.microsoft.com/office/drawing/2014/main" val="10002"/>
                  </a:ext>
                </a:extLst>
              </a:tr>
              <a:tr h="416689">
                <a:tc>
                  <a:txBody>
                    <a:bodyPr/>
                    <a:lstStyle/>
                    <a:p>
                      <a:r>
                        <a:rPr lang="en-US" sz="1800" dirty="0"/>
                        <a:t>11</a:t>
                      </a:r>
                    </a:p>
                  </a:txBody>
                  <a:tcPr/>
                </a:tc>
                <a:tc>
                  <a:txBody>
                    <a:bodyPr/>
                    <a:lstStyle/>
                    <a:p>
                      <a:endParaRPr lang="en-US" sz="1200" dirty="0"/>
                    </a:p>
                  </a:txBody>
                  <a:tcPr/>
                </a:tc>
                <a:tc>
                  <a:txBody>
                    <a:bodyPr/>
                    <a:lstStyle/>
                    <a:p>
                      <a:endParaRPr lang="en-US" sz="1200"/>
                    </a:p>
                  </a:txBody>
                  <a:tcPr/>
                </a:tc>
                <a:tc>
                  <a:txBody>
                    <a:bodyPr/>
                    <a:lstStyle/>
                    <a:p>
                      <a:endParaRPr lang="en-US" sz="1200" dirty="0"/>
                    </a:p>
                  </a:txBody>
                  <a:tcPr/>
                </a:tc>
                <a:tc>
                  <a:txBody>
                    <a:bodyPr/>
                    <a:lstStyle/>
                    <a:p>
                      <a:endParaRPr lang="en-US" sz="1200"/>
                    </a:p>
                  </a:txBody>
                  <a:tcPr/>
                </a:tc>
                <a:tc>
                  <a:txBody>
                    <a:bodyPr/>
                    <a:lstStyle/>
                    <a:p>
                      <a:endParaRPr lang="en-US" sz="1200" dirty="0"/>
                    </a:p>
                  </a:txBody>
                  <a:tcPr/>
                </a:tc>
                <a:extLst>
                  <a:ext uri="{0D108BD9-81ED-4DB2-BD59-A6C34878D82A}">
                    <a16:rowId xmlns:a16="http://schemas.microsoft.com/office/drawing/2014/main" val="10003"/>
                  </a:ext>
                </a:extLst>
              </a:tr>
              <a:tr h="416689">
                <a:tc>
                  <a:txBody>
                    <a:bodyPr/>
                    <a:lstStyle/>
                    <a:p>
                      <a:r>
                        <a:rPr lang="en-US" sz="1800" dirty="0"/>
                        <a:t>12</a:t>
                      </a:r>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dirty="0"/>
                    </a:p>
                  </a:txBody>
                  <a:tcPr>
                    <a:solidFill>
                      <a:schemeClr val="bg1"/>
                    </a:solidFill>
                  </a:tcPr>
                </a:tc>
                <a:tc>
                  <a:txBody>
                    <a:bodyPr/>
                    <a:lstStyle/>
                    <a:p>
                      <a:endParaRPr lang="en-US" sz="1200" dirty="0"/>
                    </a:p>
                  </a:txBody>
                  <a:tcPr/>
                </a:tc>
                <a:extLst>
                  <a:ext uri="{0D108BD9-81ED-4DB2-BD59-A6C34878D82A}">
                    <a16:rowId xmlns:a16="http://schemas.microsoft.com/office/drawing/2014/main" val="10004"/>
                  </a:ext>
                </a:extLst>
              </a:tr>
              <a:tr h="416689">
                <a:tc>
                  <a:txBody>
                    <a:bodyPr/>
                    <a:lstStyle/>
                    <a:p>
                      <a:r>
                        <a:rPr lang="en-US" sz="1800" dirty="0"/>
                        <a:t>1</a:t>
                      </a:r>
                    </a:p>
                  </a:txBody>
                  <a:tcPr/>
                </a:tc>
                <a:tc>
                  <a:txBody>
                    <a:bodyPr/>
                    <a:lstStyle/>
                    <a:p>
                      <a:endParaRPr lang="en-US" sz="1200"/>
                    </a:p>
                  </a:txBody>
                  <a:tcPr/>
                </a:tc>
                <a:tc>
                  <a:txBody>
                    <a:bodyPr/>
                    <a:lstStyle/>
                    <a:p>
                      <a:endParaRPr lang="en-US" sz="1200" dirty="0"/>
                    </a:p>
                  </a:txBody>
                  <a:tcPr/>
                </a:tc>
                <a:tc>
                  <a:txBody>
                    <a:bodyPr/>
                    <a:lstStyle/>
                    <a:p>
                      <a:endParaRPr lang="en-US" sz="1200"/>
                    </a:p>
                  </a:txBody>
                  <a:tcPr/>
                </a:tc>
                <a:tc>
                  <a:txBody>
                    <a:bodyPr/>
                    <a:lstStyle/>
                    <a:p>
                      <a:endParaRPr lang="en-US" sz="1200" dirty="0"/>
                    </a:p>
                  </a:txBody>
                  <a:tcPr/>
                </a:tc>
                <a:tc>
                  <a:txBody>
                    <a:bodyPr/>
                    <a:lstStyle/>
                    <a:p>
                      <a:endParaRPr lang="en-US" sz="1200" dirty="0"/>
                    </a:p>
                  </a:txBody>
                  <a:tcPr/>
                </a:tc>
                <a:extLst>
                  <a:ext uri="{0D108BD9-81ED-4DB2-BD59-A6C34878D82A}">
                    <a16:rowId xmlns:a16="http://schemas.microsoft.com/office/drawing/2014/main" val="10005"/>
                  </a:ext>
                </a:extLst>
              </a:tr>
              <a:tr h="416689">
                <a:tc>
                  <a:txBody>
                    <a:bodyPr/>
                    <a:lstStyle/>
                    <a:p>
                      <a:r>
                        <a:rPr lang="en-US" sz="1800" dirty="0"/>
                        <a:t>2</a:t>
                      </a:r>
                    </a:p>
                  </a:txBody>
                  <a:tcPr/>
                </a:tc>
                <a:tc rowSpan="2">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latin typeface="+mn-lt"/>
                        </a:rPr>
                        <a:t>Ethics &amp; Professional Issues Lecture</a:t>
                      </a:r>
                      <a:endParaRPr lang="en-US" sz="1200" dirty="0"/>
                    </a:p>
                  </a:txBody>
                  <a:tcPr>
                    <a:solidFill>
                      <a:schemeClr val="bg1">
                        <a:lumMod val="75000"/>
                      </a:schemeClr>
                    </a:solidFill>
                  </a:tcPr>
                </a:tc>
                <a:tc>
                  <a:txBody>
                    <a:bodyPr/>
                    <a:lstStyle/>
                    <a:p>
                      <a:endParaRPr lang="en-US" sz="1200" dirty="0"/>
                    </a:p>
                  </a:txBody>
                  <a:tcPr/>
                </a:tc>
                <a:tc>
                  <a:txBody>
                    <a:bodyPr/>
                    <a:lstStyle/>
                    <a:p>
                      <a:endParaRPr lang="en-US" sz="1200" dirty="0"/>
                    </a:p>
                  </a:txBody>
                  <a:tcPr>
                    <a:solidFill>
                      <a:schemeClr val="bg1"/>
                    </a:solidFill>
                  </a:tcPr>
                </a:tc>
                <a:tc>
                  <a:txBody>
                    <a:bodyPr/>
                    <a:lstStyle/>
                    <a:p>
                      <a:endParaRPr lang="en-US" sz="1200" dirty="0"/>
                    </a:p>
                  </a:txBody>
                  <a:tcPr/>
                </a:tc>
                <a:tc>
                  <a:txBody>
                    <a:bodyPr/>
                    <a:lstStyle/>
                    <a:p>
                      <a:endParaRPr lang="en-US" sz="1200"/>
                    </a:p>
                  </a:txBody>
                  <a:tcPr/>
                </a:tc>
                <a:extLst>
                  <a:ext uri="{0D108BD9-81ED-4DB2-BD59-A6C34878D82A}">
                    <a16:rowId xmlns:a16="http://schemas.microsoft.com/office/drawing/2014/main" val="10006"/>
                  </a:ext>
                </a:extLst>
              </a:tr>
              <a:tr h="416689">
                <a:tc>
                  <a:txBody>
                    <a:bodyPr/>
                    <a:lstStyle/>
                    <a:p>
                      <a:r>
                        <a:rPr lang="en-US" sz="1800" dirty="0"/>
                        <a:t>3</a:t>
                      </a:r>
                    </a:p>
                  </a:txBody>
                  <a:tcPr/>
                </a:tc>
                <a:tc vMerge="1">
                  <a:txBody>
                    <a:bodyPr/>
                    <a:lstStyle/>
                    <a:p>
                      <a:endParaRPr lang="en-US" sz="1200" dirty="0"/>
                    </a:p>
                  </a:txBody>
                  <a:tcPr/>
                </a:tc>
                <a:tc>
                  <a:txBody>
                    <a:bodyPr/>
                    <a:lstStyle/>
                    <a:p>
                      <a:endParaRPr lang="en-US" sz="1200" dirty="0"/>
                    </a:p>
                  </a:txBody>
                  <a:tcPr>
                    <a:solidFill>
                      <a:schemeClr val="accent1">
                        <a:alpha val="40000"/>
                      </a:schemeClr>
                    </a:solidFill>
                  </a:tcPr>
                </a:tc>
                <a:tc>
                  <a:txBody>
                    <a:bodyPr/>
                    <a:lstStyle/>
                    <a:p>
                      <a:endParaRPr lang="en-US" sz="1200" dirty="0"/>
                    </a:p>
                  </a:txBody>
                  <a:tcPr/>
                </a:tc>
                <a:tc>
                  <a:txBody>
                    <a:bodyPr/>
                    <a:lstStyle/>
                    <a:p>
                      <a:endParaRPr lang="en-US" sz="1200"/>
                    </a:p>
                  </a:txBody>
                  <a:tcPr/>
                </a:tc>
                <a:tc>
                  <a:txBody>
                    <a:bodyPr/>
                    <a:lstStyle/>
                    <a:p>
                      <a:endParaRPr lang="en-US" sz="1200" dirty="0"/>
                    </a:p>
                  </a:txBody>
                  <a:tcPr/>
                </a:tc>
                <a:extLst>
                  <a:ext uri="{0D108BD9-81ED-4DB2-BD59-A6C34878D82A}">
                    <a16:rowId xmlns:a16="http://schemas.microsoft.com/office/drawing/2014/main" val="10007"/>
                  </a:ext>
                </a:extLst>
              </a:tr>
              <a:tr h="416689">
                <a:tc>
                  <a:txBody>
                    <a:bodyPr/>
                    <a:lstStyle/>
                    <a:p>
                      <a:r>
                        <a:rPr lang="en-US" sz="1800" dirty="0"/>
                        <a:t>4</a:t>
                      </a:r>
                    </a:p>
                  </a:txBody>
                  <a:tcPr/>
                </a:tc>
                <a:tc>
                  <a:txBody>
                    <a:bodyPr/>
                    <a:lstStyle/>
                    <a:p>
                      <a:endParaRPr lang="en-US" sz="1200" dirty="0"/>
                    </a:p>
                  </a:txBody>
                  <a:tcPr/>
                </a:tc>
                <a:tc>
                  <a:txBody>
                    <a:bodyPr/>
                    <a:lstStyle/>
                    <a:p>
                      <a:endParaRPr lang="en-US" sz="1200" dirty="0"/>
                    </a:p>
                  </a:txBody>
                  <a:tcPr/>
                </a:tc>
                <a:tc>
                  <a:txBody>
                    <a:bodyPr/>
                    <a:lstStyle/>
                    <a:p>
                      <a:endParaRPr lang="en-US" sz="1200"/>
                    </a:p>
                  </a:txBody>
                  <a:tcPr/>
                </a:tc>
                <a:tc>
                  <a:txBody>
                    <a:bodyPr/>
                    <a:lstStyle/>
                    <a:p>
                      <a:endParaRPr lang="en-US" sz="1200" dirty="0"/>
                    </a:p>
                  </a:txBody>
                  <a:tcPr/>
                </a:tc>
                <a:tc>
                  <a:txBody>
                    <a:bodyPr/>
                    <a:lstStyle/>
                    <a:p>
                      <a:endParaRPr lang="en-US" sz="1200" dirty="0"/>
                    </a:p>
                  </a:txBody>
                  <a:tcPr/>
                </a:tc>
                <a:extLst>
                  <a:ext uri="{0D108BD9-81ED-4DB2-BD59-A6C34878D82A}">
                    <a16:rowId xmlns:a16="http://schemas.microsoft.com/office/drawing/2014/main" val="10008"/>
                  </a:ext>
                </a:extLst>
              </a:tr>
              <a:tr h="416689">
                <a:tc>
                  <a:txBody>
                    <a:bodyPr/>
                    <a:lstStyle/>
                    <a:p>
                      <a:r>
                        <a:rPr lang="en-US" sz="1800" dirty="0"/>
                        <a:t>5</a:t>
                      </a:r>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dirty="0"/>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737467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Rectangle 9"/>
          <p:cNvSpPr>
            <a:spLocks noGrp="1"/>
          </p:cNvSpPr>
          <p:nvPr>
            <p:ph type="title" idx="4294967295"/>
          </p:nvPr>
        </p:nvSpPr>
        <p:spPr/>
        <p:txBody>
          <a:bodyPr/>
          <a:lstStyle/>
          <a:p>
            <a:pPr eaLnBrk="1" hangingPunct="1"/>
            <a:r>
              <a:rPr lang="en-AU" sz="2400" dirty="0">
                <a:cs typeface="ＭＳ Ｐゴシック" charset="0"/>
              </a:rPr>
              <a:t>What makes a successful Honours in Psychology student?</a:t>
            </a:r>
          </a:p>
        </p:txBody>
      </p:sp>
      <p:sp>
        <p:nvSpPr>
          <p:cNvPr id="116738" name="Rectangle 10"/>
          <p:cNvSpPr>
            <a:spLocks noGrp="1"/>
          </p:cNvSpPr>
          <p:nvPr>
            <p:ph type="body" idx="4294967295"/>
          </p:nvPr>
        </p:nvSpPr>
        <p:spPr>
          <a:xfrm>
            <a:off x="228600" y="1295400"/>
            <a:ext cx="8662988" cy="5257800"/>
          </a:xfrm>
        </p:spPr>
        <p:txBody>
          <a:bodyPr/>
          <a:lstStyle/>
          <a:p>
            <a:pPr lvl="1" eaLnBrk="1" hangingPunct="1"/>
            <a:endParaRPr lang="en-US" dirty="0">
              <a:ea typeface="Tw Cen MT"/>
            </a:endParaRPr>
          </a:p>
          <a:p>
            <a:pPr eaLnBrk="1" hangingPunct="1"/>
            <a:r>
              <a:rPr lang="en-US" sz="2400" dirty="0"/>
              <a:t>Independence and responsibility</a:t>
            </a:r>
          </a:p>
          <a:p>
            <a:pPr eaLnBrk="1" hangingPunct="1"/>
            <a:r>
              <a:rPr lang="en-US" sz="2400" dirty="0"/>
              <a:t>Self discipline</a:t>
            </a:r>
          </a:p>
          <a:p>
            <a:pPr eaLnBrk="1" hangingPunct="1"/>
            <a:r>
              <a:rPr lang="en-US" sz="2400" dirty="0"/>
              <a:t>Time management</a:t>
            </a:r>
          </a:p>
          <a:p>
            <a:pPr eaLnBrk="1" hangingPunct="1"/>
            <a:r>
              <a:rPr lang="en-US" sz="2400" dirty="0"/>
              <a:t>Collegiality</a:t>
            </a:r>
          </a:p>
          <a:p>
            <a:pPr eaLnBrk="1" hangingPunct="1"/>
            <a:r>
              <a:rPr lang="en-US" dirty="0"/>
              <a:t>Integrity</a:t>
            </a:r>
          </a:p>
          <a:p>
            <a:pPr eaLnBrk="1" hangingPunct="1"/>
            <a:endParaRPr lang="en-US" sz="2400" dirty="0"/>
          </a:p>
          <a:p>
            <a:pPr marL="0" indent="0" eaLnBrk="1" hangingPunct="1">
              <a:buNone/>
            </a:pPr>
            <a:endParaRPr lang="en-US" dirty="0"/>
          </a:p>
          <a:p>
            <a:pPr eaLnBrk="1" hangingPunct="1"/>
            <a:endParaRPr lang="en-US" dirty="0"/>
          </a:p>
          <a:p>
            <a:pPr lvl="1" eaLnBrk="1" hangingPunct="1"/>
            <a:endParaRPr lang="en-US" dirty="0">
              <a:ea typeface="Tw Cen MT"/>
            </a:endParaRPr>
          </a:p>
          <a:p>
            <a:pPr lvl="1" eaLnBrk="1" hangingPunct="1"/>
            <a:endParaRPr lang="en-US" dirty="0">
              <a:ea typeface="Tw Cen MT"/>
            </a:endParaRPr>
          </a:p>
          <a:p>
            <a:pPr lvl="1" eaLnBrk="1" hangingPunct="1">
              <a:buFont typeface="Arial" charset="0"/>
              <a:buNone/>
            </a:pPr>
            <a:endParaRPr lang="en-US" dirty="0">
              <a:ea typeface="Tw Cen MT"/>
            </a:endParaRPr>
          </a:p>
          <a:p>
            <a:pPr eaLnBrk="1" hangingPunct="1"/>
            <a:endParaRPr lang="en-US" dirty="0">
              <a:cs typeface="ＭＳ Ｐゴシック" charset="0"/>
            </a:endParaRPr>
          </a:p>
          <a:p>
            <a:pPr lvl="2" eaLnBrk="1" hangingPunct="1"/>
            <a:endParaRPr lang="en-US" dirty="0">
              <a:ea typeface="ＭＳ Ｐゴシック" charset="0"/>
              <a:cs typeface="ＭＳ Ｐゴシック" charset="0"/>
            </a:endParaRPr>
          </a:p>
          <a:p>
            <a:pPr lvl="2" eaLnBrk="1" hangingPunct="1">
              <a:buFont typeface="Arial" charset="0"/>
              <a:buNone/>
            </a:pPr>
            <a:endParaRPr lang="en-US" dirty="0">
              <a:ea typeface="ＭＳ Ｐゴシック" charset="0"/>
              <a:cs typeface="ＭＳ Ｐゴシック" charset="0"/>
            </a:endParaRPr>
          </a:p>
          <a:p>
            <a:pPr lvl="4" eaLnBrk="1" hangingPunct="1">
              <a:buFont typeface="Arial" charset="0"/>
              <a:buNone/>
            </a:pPr>
            <a:endParaRPr lang="en-US" dirty="0">
              <a:ea typeface="ＭＳ Ｐゴシック" charset="0"/>
              <a:cs typeface="ＭＳ Ｐゴシック" charset="0"/>
            </a:endParaRPr>
          </a:p>
          <a:p>
            <a:pPr lvl="3" eaLnBrk="1" hangingPunct="1">
              <a:buFont typeface="Arial" charset="0"/>
              <a:buNone/>
            </a:pPr>
            <a:endParaRPr lang="en-US" dirty="0">
              <a:ea typeface="ＭＳ Ｐゴシック" charset="0"/>
              <a:cs typeface="ＭＳ Ｐゴシック" charset="0"/>
            </a:endParaRPr>
          </a:p>
          <a:p>
            <a:pPr eaLnBrk="1" hangingPunct="1">
              <a:buFont typeface="Arial" charset="0"/>
              <a:buNone/>
            </a:pPr>
            <a:endParaRPr lang="en-AU" dirty="0">
              <a:cs typeface="ＭＳ Ｐゴシック" charset="0"/>
            </a:endParaRPr>
          </a:p>
        </p:txBody>
      </p:sp>
    </p:spTree>
    <p:extLst>
      <p:ext uri="{BB962C8B-B14F-4D97-AF65-F5344CB8AC3E}">
        <p14:creationId xmlns:p14="http://schemas.microsoft.com/office/powerpoint/2010/main" val="14212230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Rectangle 9"/>
          <p:cNvSpPr>
            <a:spLocks noGrp="1"/>
          </p:cNvSpPr>
          <p:nvPr>
            <p:ph type="title" idx="4294967295"/>
          </p:nvPr>
        </p:nvSpPr>
        <p:spPr/>
        <p:txBody>
          <a:bodyPr/>
          <a:lstStyle/>
          <a:p>
            <a:pPr eaLnBrk="1" hangingPunct="1"/>
            <a:r>
              <a:rPr lang="en-AU" dirty="0">
                <a:cs typeface="ＭＳ Ｐゴシック" charset="0"/>
              </a:rPr>
              <a:t>Applying for Honours in Psychology - Eligibility</a:t>
            </a:r>
          </a:p>
        </p:txBody>
      </p:sp>
      <p:sp>
        <p:nvSpPr>
          <p:cNvPr id="115715" name="Rectangle 10"/>
          <p:cNvSpPr>
            <a:spLocks noGrp="1"/>
          </p:cNvSpPr>
          <p:nvPr>
            <p:ph type="body" idx="4294967295"/>
          </p:nvPr>
        </p:nvSpPr>
        <p:spPr>
          <a:xfrm>
            <a:off x="228600" y="1237525"/>
            <a:ext cx="8662988" cy="5257800"/>
          </a:xfrm>
        </p:spPr>
        <p:txBody>
          <a:bodyPr>
            <a:normAutofit lnSpcReduction="10000"/>
          </a:bodyPr>
          <a:lstStyle/>
          <a:p>
            <a:pPr marL="11113" lvl="1" indent="0" eaLnBrk="1" hangingPunct="1">
              <a:buFont typeface="Arial" charset="0"/>
              <a:buNone/>
            </a:pPr>
            <a:r>
              <a:rPr lang="en-US" sz="2400" dirty="0">
                <a:ea typeface="Tw Cen MT"/>
              </a:rPr>
              <a:t>- You must have completed (or be due to complete beforehand) an APAC-accredited sequence of psychology in your undergraduate degree (or equivalent, e.g. the Graduate Diploma in Psychology) </a:t>
            </a:r>
            <a:r>
              <a:rPr lang="en-US" sz="2400" u="sng" dirty="0">
                <a:ea typeface="Tw Cen MT"/>
              </a:rPr>
              <a:t>within the last 10 years</a:t>
            </a:r>
            <a:r>
              <a:rPr lang="en-US" sz="2400" dirty="0">
                <a:ea typeface="Tw Cen MT"/>
              </a:rPr>
              <a:t>.</a:t>
            </a:r>
            <a:br>
              <a:rPr lang="en-US" sz="2400" dirty="0">
                <a:ea typeface="Tw Cen MT"/>
              </a:rPr>
            </a:br>
            <a:endParaRPr lang="en-US" sz="2400" dirty="0">
              <a:ea typeface="Tw Cen MT"/>
            </a:endParaRPr>
          </a:p>
          <a:p>
            <a:pPr marL="11113" lvl="1" indent="0" eaLnBrk="1" hangingPunct="1">
              <a:buFont typeface="Arial" charset="0"/>
              <a:buNone/>
            </a:pPr>
            <a:r>
              <a:rPr lang="en-US" sz="2400" dirty="0">
                <a:ea typeface="Tw Cen MT"/>
              </a:rPr>
              <a:t>- If your degree is not listed as accredited on the APAC website, you are </a:t>
            </a:r>
            <a:r>
              <a:rPr lang="en-US" sz="2400" u="sng" dirty="0">
                <a:ea typeface="Tw Cen MT"/>
              </a:rPr>
              <a:t>not</a:t>
            </a:r>
            <a:r>
              <a:rPr lang="en-US" sz="2400" dirty="0">
                <a:ea typeface="Tw Cen MT"/>
              </a:rPr>
              <a:t> eligible. If your degree program is accredited but your academic transcript does not record you as having completed an accredited sequence of psychology, you are </a:t>
            </a:r>
            <a:r>
              <a:rPr lang="en-US" sz="2400" u="sng" dirty="0">
                <a:ea typeface="Tw Cen MT"/>
              </a:rPr>
              <a:t>not</a:t>
            </a:r>
            <a:r>
              <a:rPr lang="en-US" sz="2400" dirty="0">
                <a:ea typeface="Tw Cen MT"/>
              </a:rPr>
              <a:t> eligible.</a:t>
            </a:r>
            <a:br>
              <a:rPr lang="en-US" sz="2400" dirty="0">
                <a:ea typeface="Tw Cen MT"/>
              </a:rPr>
            </a:br>
            <a:endParaRPr lang="en-US" sz="2400" dirty="0">
              <a:ea typeface="Tw Cen MT"/>
            </a:endParaRPr>
          </a:p>
          <a:p>
            <a:pPr marL="11113" lvl="1" indent="0">
              <a:buNone/>
            </a:pPr>
            <a:r>
              <a:rPr lang="en-US" sz="2400" dirty="0">
                <a:ea typeface="Tw Cen MT"/>
              </a:rPr>
              <a:t>- If you are an internal applicant (i.e. your sequence of psychology was completed at the University of Sydney), you must have completed PSYC3010 and either PSYC2X10 </a:t>
            </a:r>
            <a:r>
              <a:rPr lang="en-US" sz="2400" u="sng" dirty="0">
                <a:ea typeface="Tw Cen MT"/>
              </a:rPr>
              <a:t>or</a:t>
            </a:r>
            <a:r>
              <a:rPr lang="en-US" sz="2400" dirty="0">
                <a:ea typeface="Tw Cen MT"/>
              </a:rPr>
              <a:t> both PSYC2x11 </a:t>
            </a:r>
            <a:r>
              <a:rPr lang="en-US" sz="2400" u="sng" dirty="0">
                <a:ea typeface="Tw Cen MT"/>
              </a:rPr>
              <a:t>and</a:t>
            </a:r>
            <a:r>
              <a:rPr lang="en-US" sz="2400" dirty="0">
                <a:ea typeface="Tw Cen MT"/>
              </a:rPr>
              <a:t> PSYC3018 as part of your sequence, otherwise you are </a:t>
            </a:r>
            <a:r>
              <a:rPr lang="en-US" sz="2400" u="sng" dirty="0">
                <a:ea typeface="Tw Cen MT"/>
              </a:rPr>
              <a:t>not</a:t>
            </a:r>
            <a:r>
              <a:rPr lang="en-US" sz="2400" dirty="0">
                <a:ea typeface="Tw Cen MT"/>
              </a:rPr>
              <a:t> eligible.</a:t>
            </a:r>
          </a:p>
        </p:txBody>
      </p:sp>
    </p:spTree>
    <p:extLst>
      <p:ext uri="{BB962C8B-B14F-4D97-AF65-F5344CB8AC3E}">
        <p14:creationId xmlns:p14="http://schemas.microsoft.com/office/powerpoint/2010/main" val="13492771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Rectangle 9"/>
          <p:cNvSpPr>
            <a:spLocks noGrp="1"/>
          </p:cNvSpPr>
          <p:nvPr>
            <p:ph type="title" idx="4294967295"/>
          </p:nvPr>
        </p:nvSpPr>
        <p:spPr/>
        <p:txBody>
          <a:bodyPr/>
          <a:lstStyle/>
          <a:p>
            <a:pPr eaLnBrk="1" hangingPunct="1"/>
            <a:r>
              <a:rPr lang="en-AU" dirty="0">
                <a:cs typeface="ＭＳ Ｐゴシック" charset="0"/>
              </a:rPr>
              <a:t>Applying for Honours in Psychology - Application</a:t>
            </a:r>
          </a:p>
        </p:txBody>
      </p:sp>
      <p:sp>
        <p:nvSpPr>
          <p:cNvPr id="115715" name="Rectangle 10"/>
          <p:cNvSpPr>
            <a:spLocks noGrp="1"/>
          </p:cNvSpPr>
          <p:nvPr>
            <p:ph type="body" idx="4294967295"/>
          </p:nvPr>
        </p:nvSpPr>
        <p:spPr>
          <a:xfrm>
            <a:off x="240506" y="1098378"/>
            <a:ext cx="8662988" cy="5232848"/>
          </a:xfrm>
        </p:spPr>
        <p:txBody>
          <a:bodyPr vert="horz" lIns="91440" tIns="45720" rIns="91440" bIns="45720" rtlCol="0" anchor="t">
            <a:normAutofit/>
          </a:bodyPr>
          <a:lstStyle/>
          <a:p>
            <a:pPr marL="0" indent="0">
              <a:buNone/>
              <a:defRPr/>
            </a:pPr>
            <a:r>
              <a:rPr lang="en-AU" dirty="0">
                <a:cs typeface="ＭＳ Ｐゴシック" charset="0"/>
              </a:rPr>
              <a:t>The Application Process has 2 steps</a:t>
            </a:r>
            <a:endParaRPr lang="en-US" dirty="0">
              <a:cs typeface="ＭＳ Ｐゴシック" charset="0"/>
            </a:endParaRPr>
          </a:p>
          <a:p>
            <a:pPr marL="457200" indent="-457200">
              <a:buAutoNum type="arabicPeriod"/>
              <a:defRPr/>
            </a:pPr>
            <a:r>
              <a:rPr lang="en-US" b="1" dirty="0">
                <a:ea typeface="Tw Cen MT"/>
              </a:rPr>
              <a:t>School</a:t>
            </a:r>
            <a:r>
              <a:rPr lang="en-US" dirty="0">
                <a:ea typeface="Tw Cen MT"/>
              </a:rPr>
              <a:t> Application to be completed by </a:t>
            </a:r>
            <a:r>
              <a:rPr lang="en-US" b="1" dirty="0">
                <a:ea typeface="Tw Cen MT"/>
              </a:rPr>
              <a:t>5pm</a:t>
            </a:r>
            <a:r>
              <a:rPr lang="en-US" dirty="0">
                <a:ea typeface="Tw Cen MT"/>
              </a:rPr>
              <a:t> 30th November</a:t>
            </a:r>
          </a:p>
          <a:p>
            <a:pPr marL="0" indent="0">
              <a:buNone/>
              <a:defRPr/>
            </a:pPr>
            <a:r>
              <a:rPr lang="en-US" sz="2000" dirty="0">
                <a:ea typeface="Tw Cen MT"/>
              </a:rPr>
              <a:t>	- Please visit the </a:t>
            </a:r>
            <a:r>
              <a:rPr lang="en-US" sz="2000" dirty="0">
                <a:ea typeface="Tw Cen MT"/>
                <a:hlinkClick r:id="rId2"/>
              </a:rPr>
              <a:t>Psychology Student Portal </a:t>
            </a:r>
            <a:r>
              <a:rPr lang="en-US" sz="2000" dirty="0">
                <a:ea typeface="Tw Cen MT"/>
              </a:rPr>
              <a:t>for more information.</a:t>
            </a:r>
          </a:p>
          <a:p>
            <a:pPr marL="0" indent="0">
              <a:buNone/>
              <a:defRPr/>
            </a:pPr>
            <a:endParaRPr lang="en-US" sz="2000" dirty="0">
              <a:ea typeface="Tw Cen MT"/>
            </a:endParaRPr>
          </a:p>
          <a:p>
            <a:pPr marL="0" indent="0">
              <a:buNone/>
              <a:defRPr/>
            </a:pPr>
            <a:r>
              <a:rPr lang="en-US" dirty="0">
                <a:ea typeface="Tw Cen MT"/>
              </a:rPr>
              <a:t>2. </a:t>
            </a:r>
            <a:r>
              <a:rPr lang="en-US" b="1" dirty="0">
                <a:ea typeface="Tw Cen MT"/>
              </a:rPr>
              <a:t>University</a:t>
            </a:r>
            <a:r>
              <a:rPr lang="en-US" dirty="0">
                <a:ea typeface="Tw Cen MT"/>
              </a:rPr>
              <a:t> application to be completed by </a:t>
            </a:r>
            <a:r>
              <a:rPr lang="en-US" b="1" dirty="0">
                <a:ea typeface="Tw Cen MT"/>
              </a:rPr>
              <a:t>5pm</a:t>
            </a:r>
            <a:r>
              <a:rPr lang="en-US" dirty="0">
                <a:ea typeface="Tw Cen MT"/>
              </a:rPr>
              <a:t> 30th November   </a:t>
            </a:r>
          </a:p>
          <a:p>
            <a:pPr lvl="1">
              <a:buFontTx/>
              <a:buChar char="-"/>
              <a:defRPr/>
            </a:pPr>
            <a:r>
              <a:rPr lang="en-US" dirty="0">
                <a:ea typeface="Tw Cen MT"/>
              </a:rPr>
              <a:t>Complete the University’s online </a:t>
            </a:r>
            <a:r>
              <a:rPr lang="en-US" dirty="0" err="1">
                <a:ea typeface="Tw Cen MT"/>
              </a:rPr>
              <a:t>honours</a:t>
            </a:r>
            <a:r>
              <a:rPr lang="en-US" dirty="0">
                <a:ea typeface="Tw Cen MT"/>
              </a:rPr>
              <a:t> application form via </a:t>
            </a:r>
            <a:r>
              <a:rPr lang="en-US" dirty="0">
                <a:ea typeface="Tw Cen MT"/>
                <a:hlinkClick r:id="rId3"/>
              </a:rPr>
              <a:t>Sydney Student</a:t>
            </a:r>
            <a:r>
              <a:rPr lang="en-US" dirty="0">
                <a:ea typeface="Tw Cen MT"/>
              </a:rPr>
              <a:t>*. </a:t>
            </a:r>
          </a:p>
          <a:p>
            <a:pPr lvl="1">
              <a:buFontTx/>
              <a:buChar char="-"/>
              <a:defRPr/>
            </a:pPr>
            <a:r>
              <a:rPr lang="en-US" dirty="0">
                <a:ea typeface="Tw Cen MT"/>
              </a:rPr>
              <a:t>There is NO NEED to get approval from staff (i.e., you do not need to have a supervisor in place to apply).</a:t>
            </a:r>
          </a:p>
          <a:p>
            <a:pPr marL="457200" lvl="1" indent="0">
              <a:buNone/>
              <a:defRPr/>
            </a:pPr>
            <a:endParaRPr lang="en-US" dirty="0">
              <a:ea typeface="Tw Cen MT"/>
            </a:endParaRPr>
          </a:p>
          <a:p>
            <a:pPr marL="0" indent="0">
              <a:buNone/>
              <a:defRPr/>
            </a:pPr>
            <a:r>
              <a:rPr lang="en-US" dirty="0">
                <a:ea typeface="Tw Cen MT"/>
              </a:rPr>
              <a:t>You can also apply for </a:t>
            </a:r>
            <a:r>
              <a:rPr lang="en-US" dirty="0">
                <a:ea typeface="Tw Cen MT"/>
                <a:hlinkClick r:id="rId4"/>
              </a:rPr>
              <a:t>Honours Scholarships </a:t>
            </a:r>
            <a:r>
              <a:rPr lang="en-US" dirty="0">
                <a:ea typeface="Tw Cen MT"/>
              </a:rPr>
              <a:t>(</a:t>
            </a:r>
            <a:r>
              <a:rPr lang="en-US" b="1" dirty="0">
                <a:ea typeface="Tw Cen MT"/>
              </a:rPr>
              <a:t>not</a:t>
            </a:r>
            <a:r>
              <a:rPr lang="en-US" dirty="0">
                <a:ea typeface="Tw Cen MT"/>
              </a:rPr>
              <a:t> available to </a:t>
            </a:r>
            <a:r>
              <a:rPr lang="en-US" dirty="0" err="1">
                <a:ea typeface="Tw Cen MT"/>
              </a:rPr>
              <a:t>BPsych</a:t>
            </a:r>
            <a:r>
              <a:rPr lang="en-US" dirty="0">
                <a:ea typeface="Tw Cen MT"/>
              </a:rPr>
              <a:t> students). Please contact the Scholarships Office for more information. </a:t>
            </a:r>
          </a:p>
          <a:p>
            <a:pPr marL="10795" lvl="1" indent="0">
              <a:buNone/>
            </a:pPr>
            <a:endParaRPr lang="en-US" sz="1050" dirty="0">
              <a:ea typeface="Tw Cen MT"/>
            </a:endParaRPr>
          </a:p>
          <a:p>
            <a:pPr marL="10795" lvl="1" indent="0">
              <a:buNone/>
            </a:pPr>
            <a:endParaRPr lang="en-US" sz="1050" dirty="0">
              <a:ea typeface="Tw Cen MT"/>
            </a:endParaRPr>
          </a:p>
          <a:p>
            <a:pPr marL="10795" lvl="1" indent="0">
              <a:buNone/>
            </a:pPr>
            <a:r>
              <a:rPr lang="en-US" sz="1050" dirty="0">
                <a:ea typeface="Tw Cen MT"/>
              </a:rPr>
              <a:t>*links to Bachelor of Science (</a:t>
            </a:r>
            <a:r>
              <a:rPr lang="en-US" sz="1050" dirty="0" err="1">
                <a:ea typeface="Tw Cen MT"/>
              </a:rPr>
              <a:t>Honours</a:t>
            </a:r>
            <a:r>
              <a:rPr lang="en-US" sz="1050" dirty="0">
                <a:ea typeface="Tw Cen MT"/>
              </a:rPr>
              <a:t>)</a:t>
            </a:r>
          </a:p>
          <a:p>
            <a:pPr marL="10795" lvl="1" indent="0">
              <a:buNone/>
            </a:pPr>
            <a:endParaRPr lang="en-US" sz="2400" dirty="0">
              <a:ea typeface="Tw Cen MT"/>
            </a:endParaRPr>
          </a:p>
        </p:txBody>
      </p:sp>
    </p:spTree>
    <p:extLst>
      <p:ext uri="{BB962C8B-B14F-4D97-AF65-F5344CB8AC3E}">
        <p14:creationId xmlns:p14="http://schemas.microsoft.com/office/powerpoint/2010/main" val="23954479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Rectangle 9"/>
          <p:cNvSpPr>
            <a:spLocks noGrp="1"/>
          </p:cNvSpPr>
          <p:nvPr>
            <p:ph type="title" idx="4294967295"/>
          </p:nvPr>
        </p:nvSpPr>
        <p:spPr/>
        <p:txBody>
          <a:bodyPr/>
          <a:lstStyle/>
          <a:p>
            <a:r>
              <a:rPr lang="en-AU" dirty="0">
                <a:cs typeface="ＭＳ Ｐゴシック" charset="0"/>
              </a:rPr>
              <a:t>Applying for Honours in Psychology - Timeline</a:t>
            </a:r>
          </a:p>
        </p:txBody>
      </p:sp>
      <p:sp>
        <p:nvSpPr>
          <p:cNvPr id="119810" name="Rectangle 10"/>
          <p:cNvSpPr>
            <a:spLocks noGrp="1"/>
          </p:cNvSpPr>
          <p:nvPr>
            <p:ph type="body" idx="4294967295"/>
          </p:nvPr>
        </p:nvSpPr>
        <p:spPr>
          <a:xfrm>
            <a:off x="250825" y="1125538"/>
            <a:ext cx="8662988" cy="5257800"/>
          </a:xfrm>
        </p:spPr>
        <p:txBody>
          <a:bodyPr>
            <a:normAutofit fontScale="92500" lnSpcReduction="10000"/>
          </a:bodyPr>
          <a:lstStyle/>
          <a:p>
            <a:pPr marL="457200" lvl="1" indent="0" eaLnBrk="1" hangingPunct="1">
              <a:buNone/>
            </a:pPr>
            <a:endParaRPr lang="en-US" dirty="0">
              <a:ea typeface="Tw Cen MT"/>
            </a:endParaRPr>
          </a:p>
          <a:p>
            <a:pPr lvl="1" eaLnBrk="1" hangingPunct="1"/>
            <a:endParaRPr lang="en-US" dirty="0">
              <a:ea typeface="Tw Cen MT"/>
            </a:endParaRPr>
          </a:p>
          <a:p>
            <a:pPr lvl="1" eaLnBrk="1" hangingPunct="1">
              <a:buFont typeface="Arial" charset="0"/>
              <a:buNone/>
            </a:pPr>
            <a:endParaRPr lang="en-US" dirty="0">
              <a:ea typeface="Tw Cen MT"/>
            </a:endParaRPr>
          </a:p>
          <a:p>
            <a:pPr lvl="2" eaLnBrk="1" hangingPunct="1">
              <a:buFont typeface="Arial" charset="0"/>
              <a:buNone/>
            </a:pPr>
            <a:endParaRPr lang="en-US" dirty="0">
              <a:ea typeface="ＭＳ Ｐゴシック" charset="0"/>
              <a:cs typeface="ＭＳ Ｐゴシック" charset="0"/>
            </a:endParaRPr>
          </a:p>
          <a:p>
            <a:pPr lvl="4" eaLnBrk="1" hangingPunct="1">
              <a:buFont typeface="Arial" charset="0"/>
              <a:buNone/>
            </a:pPr>
            <a:endParaRPr lang="en-US" dirty="0">
              <a:ea typeface="ＭＳ Ｐゴシック" charset="0"/>
              <a:cs typeface="ＭＳ Ｐゴシック" charset="0"/>
            </a:endParaRPr>
          </a:p>
          <a:p>
            <a:r>
              <a:rPr lang="en-AU" dirty="0">
                <a:cs typeface="ＭＳ Ｐゴシック" charset="0"/>
              </a:rPr>
              <a:t>You will be advised whether you have been accepted to honours in</a:t>
            </a:r>
          </a:p>
          <a:p>
            <a:pPr eaLnBrk="1" hangingPunct="1">
              <a:buFont typeface="Arial" charset="0"/>
              <a:buNone/>
            </a:pPr>
            <a:r>
              <a:rPr lang="en-AU" dirty="0">
                <a:cs typeface="ＭＳ Ｐゴシック" charset="0"/>
              </a:rPr>
              <a:t>    early 2019 by the Admissions Office. </a:t>
            </a:r>
          </a:p>
          <a:p>
            <a:r>
              <a:rPr lang="en-AU" dirty="0">
                <a:cs typeface="ＭＳ Ｐゴシック" charset="0"/>
              </a:rPr>
              <a:t>Please note that in a change from previous years, no offers or endorsements will be communicated to you by the School of Psychology. You will only receive communications about your application from the Admissions Office, unless the School requires further information from you about your School application.  </a:t>
            </a:r>
          </a:p>
          <a:p>
            <a:r>
              <a:rPr lang="en-AU" dirty="0">
                <a:cs typeface="ＭＳ Ｐゴシック" charset="0"/>
              </a:rPr>
              <a:t>Once you have formally accepted your offer you will be notified of your honours supervisor. </a:t>
            </a:r>
          </a:p>
          <a:p>
            <a:pPr marL="0" indent="0">
              <a:buNone/>
            </a:pPr>
            <a:endParaRPr lang="en-AU" sz="1300">
              <a:cs typeface="ＭＳ Ｐゴシック" charset="0"/>
            </a:endParaRPr>
          </a:p>
          <a:p>
            <a:pPr marL="0" indent="0">
              <a:buNone/>
            </a:pPr>
            <a:r>
              <a:rPr lang="en-AU" sz="1300">
                <a:cs typeface="ＭＳ Ｐゴシック" charset="0"/>
              </a:rPr>
              <a:t>*</a:t>
            </a:r>
            <a:r>
              <a:rPr lang="en-AU" sz="1300" dirty="0">
                <a:cs typeface="ＭＳ Ｐゴシック" charset="0"/>
              </a:rPr>
              <a:t>https://</a:t>
            </a:r>
            <a:r>
              <a:rPr lang="en-AU" sz="1300" dirty="0" err="1">
                <a:cs typeface="ＭＳ Ｐゴシック" charset="0"/>
              </a:rPr>
              <a:t>sydney.edu.au</a:t>
            </a:r>
            <a:r>
              <a:rPr lang="en-AU" sz="1300" dirty="0">
                <a:cs typeface="ＭＳ Ｐゴシック" charset="0"/>
              </a:rPr>
              <a:t>/science/study/undergraduate-courses/honours-in-</a:t>
            </a:r>
            <a:r>
              <a:rPr lang="en-AU" sz="1300" dirty="0" err="1">
                <a:cs typeface="ＭＳ Ｐゴシック" charset="0"/>
              </a:rPr>
              <a:t>science.html</a:t>
            </a:r>
            <a:endParaRPr lang="en-AU" sz="1300" dirty="0">
              <a:cs typeface="ＭＳ Ｐゴシック" charset="0"/>
            </a:endParaRPr>
          </a:p>
        </p:txBody>
      </p:sp>
      <p:graphicFrame>
        <p:nvGraphicFramePr>
          <p:cNvPr id="5" name="Table 4"/>
          <p:cNvGraphicFramePr>
            <a:graphicFrameLocks noGrp="1"/>
          </p:cNvGraphicFramePr>
          <p:nvPr>
            <p:extLst>
              <p:ext uri="{D42A27DB-BD31-4B8C-83A1-F6EECF244321}">
                <p14:modId xmlns:p14="http://schemas.microsoft.com/office/powerpoint/2010/main" val="291377742"/>
              </p:ext>
            </p:extLst>
          </p:nvPr>
        </p:nvGraphicFramePr>
        <p:xfrm>
          <a:off x="457200" y="1116469"/>
          <a:ext cx="8382000" cy="1506699"/>
        </p:xfrm>
        <a:graphic>
          <a:graphicData uri="http://schemas.openxmlformats.org/drawingml/2006/table">
            <a:tbl>
              <a:tblPr firstRow="1" bandRow="1">
                <a:tableStyleId>{3C2FFA5D-87B4-456A-9821-1D502468CF0F}</a:tableStyleId>
              </a:tblPr>
              <a:tblGrid>
                <a:gridCol w="2209800">
                  <a:extLst>
                    <a:ext uri="{9D8B030D-6E8A-4147-A177-3AD203B41FA5}">
                      <a16:colId xmlns:a16="http://schemas.microsoft.com/office/drawing/2014/main" val="20000"/>
                    </a:ext>
                  </a:extLst>
                </a:gridCol>
                <a:gridCol w="6172200">
                  <a:extLst>
                    <a:ext uri="{9D8B030D-6E8A-4147-A177-3AD203B41FA5}">
                      <a16:colId xmlns:a16="http://schemas.microsoft.com/office/drawing/2014/main" val="20001"/>
                    </a:ext>
                  </a:extLst>
                </a:gridCol>
              </a:tblGrid>
              <a:tr h="391125">
                <a:tc gridSpan="2">
                  <a:txBody>
                    <a:bodyPr/>
                    <a:lstStyle/>
                    <a:p>
                      <a:pPr algn="ctr"/>
                      <a:r>
                        <a:rPr lang="en-US" sz="2000" dirty="0"/>
                        <a:t>Timeline</a:t>
                      </a:r>
                    </a:p>
                  </a:txBody>
                  <a:tcPr/>
                </a:tc>
                <a:tc hMerge="1">
                  <a:txBody>
                    <a:bodyPr/>
                    <a:lstStyle/>
                    <a:p>
                      <a:endParaRPr lang="en-US" dirty="0"/>
                    </a:p>
                  </a:txBody>
                  <a:tcPr/>
                </a:tc>
                <a:extLst>
                  <a:ext uri="{0D108BD9-81ED-4DB2-BD59-A6C34878D82A}">
                    <a16:rowId xmlns:a16="http://schemas.microsoft.com/office/drawing/2014/main" val="10000"/>
                  </a:ext>
                </a:extLst>
              </a:tr>
              <a:tr h="378939">
                <a:tc>
                  <a:txBody>
                    <a:bodyPr/>
                    <a:lstStyle/>
                    <a:p>
                      <a:r>
                        <a:rPr lang="en-US" dirty="0">
                          <a:solidFill>
                            <a:schemeClr val="tx1"/>
                          </a:solidFill>
                        </a:rPr>
                        <a:t>Applications Open</a:t>
                      </a:r>
                    </a:p>
                  </a:txBody>
                  <a:tcPr/>
                </a:tc>
                <a:tc>
                  <a:txBody>
                    <a:bodyPr/>
                    <a:lstStyle/>
                    <a:p>
                      <a:r>
                        <a:rPr lang="en-US" dirty="0"/>
                        <a:t>Open in October - See University website*</a:t>
                      </a:r>
                    </a:p>
                  </a:txBody>
                  <a:tcPr/>
                </a:tc>
                <a:extLst>
                  <a:ext uri="{0D108BD9-81ED-4DB2-BD59-A6C34878D82A}">
                    <a16:rowId xmlns:a16="http://schemas.microsoft.com/office/drawing/2014/main" val="10001"/>
                  </a:ext>
                </a:extLst>
              </a:tr>
              <a:tr h="361039">
                <a:tc>
                  <a:txBody>
                    <a:bodyPr/>
                    <a:lstStyle/>
                    <a:p>
                      <a:r>
                        <a:rPr lang="en-US" dirty="0"/>
                        <a:t>Applications Close</a:t>
                      </a:r>
                    </a:p>
                  </a:txBody>
                  <a:tcPr/>
                </a:tc>
                <a:tc>
                  <a:txBody>
                    <a:bodyPr/>
                    <a:lstStyle/>
                    <a:p>
                      <a:r>
                        <a:rPr lang="en-US" b="0" dirty="0">
                          <a:solidFill>
                            <a:srgbClr val="000000"/>
                          </a:solidFill>
                        </a:rPr>
                        <a:t>5pm, Friday 30</a:t>
                      </a:r>
                      <a:r>
                        <a:rPr lang="en-US" b="0" baseline="30000" dirty="0">
                          <a:solidFill>
                            <a:srgbClr val="000000"/>
                          </a:solidFill>
                        </a:rPr>
                        <a:t>th</a:t>
                      </a:r>
                      <a:r>
                        <a:rPr lang="en-US" b="0" dirty="0">
                          <a:solidFill>
                            <a:srgbClr val="000000"/>
                          </a:solidFill>
                        </a:rPr>
                        <a:t> November 2018 (</a:t>
                      </a:r>
                      <a:r>
                        <a:rPr lang="en-US" b="1" dirty="0">
                          <a:solidFill>
                            <a:srgbClr val="000000"/>
                          </a:solidFill>
                        </a:rPr>
                        <a:t>both</a:t>
                      </a:r>
                      <a:r>
                        <a:rPr lang="en-US" b="0" dirty="0">
                          <a:solidFill>
                            <a:srgbClr val="000000"/>
                          </a:solidFill>
                        </a:rPr>
                        <a:t> School and University)</a:t>
                      </a:r>
                    </a:p>
                  </a:txBody>
                  <a:tcPr/>
                </a:tc>
                <a:extLst>
                  <a:ext uri="{0D108BD9-81ED-4DB2-BD59-A6C34878D82A}">
                    <a16:rowId xmlns:a16="http://schemas.microsoft.com/office/drawing/2014/main" val="10002"/>
                  </a:ext>
                </a:extLst>
              </a:tr>
              <a:tr h="361039">
                <a:tc>
                  <a:txBody>
                    <a:bodyPr/>
                    <a:lstStyle/>
                    <a:p>
                      <a:r>
                        <a:rPr lang="en-US" dirty="0">
                          <a:solidFill>
                            <a:srgbClr val="000000"/>
                          </a:solidFill>
                        </a:rPr>
                        <a:t>Provide paperwork </a:t>
                      </a:r>
                    </a:p>
                  </a:txBody>
                  <a:tcPr/>
                </a:tc>
                <a:tc>
                  <a:txBody>
                    <a:bodyPr/>
                    <a:lstStyle/>
                    <a:p>
                      <a:r>
                        <a:rPr lang="en-US" dirty="0">
                          <a:solidFill>
                            <a:srgbClr val="000000"/>
                          </a:solidFill>
                        </a:rPr>
                        <a:t>By 2</a:t>
                      </a:r>
                      <a:r>
                        <a:rPr lang="en-US" baseline="30000" dirty="0">
                          <a:solidFill>
                            <a:srgbClr val="000000"/>
                          </a:solidFill>
                        </a:rPr>
                        <a:t>nd</a:t>
                      </a:r>
                      <a:r>
                        <a:rPr lang="en-US" dirty="0">
                          <a:solidFill>
                            <a:srgbClr val="000000"/>
                          </a:solidFill>
                        </a:rPr>
                        <a:t> December 2018 </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5182531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9"/>
          <p:cNvSpPr>
            <a:spLocks noGrp="1"/>
          </p:cNvSpPr>
          <p:nvPr>
            <p:ph type="title" idx="4294967295"/>
          </p:nvPr>
        </p:nvSpPr>
        <p:spPr/>
        <p:txBody>
          <a:bodyPr/>
          <a:lstStyle/>
          <a:p>
            <a:pPr eaLnBrk="1" hangingPunct="1"/>
            <a:r>
              <a:rPr lang="en-AU" dirty="0">
                <a:cs typeface="ＭＳ Ｐゴシック" charset="0"/>
              </a:rPr>
              <a:t>Frequently Asked Questions</a:t>
            </a:r>
          </a:p>
        </p:txBody>
      </p:sp>
      <p:sp>
        <p:nvSpPr>
          <p:cNvPr id="120834" name="Rectangle 10"/>
          <p:cNvSpPr>
            <a:spLocks noGrp="1"/>
          </p:cNvSpPr>
          <p:nvPr>
            <p:ph type="body" idx="4294967295"/>
          </p:nvPr>
        </p:nvSpPr>
        <p:spPr>
          <a:xfrm>
            <a:off x="240506" y="1260475"/>
            <a:ext cx="8662988" cy="5257800"/>
          </a:xfrm>
        </p:spPr>
        <p:txBody>
          <a:bodyPr>
            <a:normAutofit/>
          </a:bodyPr>
          <a:lstStyle/>
          <a:p>
            <a:pPr lvl="1" eaLnBrk="1" hangingPunct="1"/>
            <a:endParaRPr lang="en-US" dirty="0">
              <a:ea typeface="Tw Cen MT"/>
            </a:endParaRPr>
          </a:p>
          <a:p>
            <a:pPr eaLnBrk="1" hangingPunct="1"/>
            <a:r>
              <a:rPr lang="en-US" dirty="0"/>
              <a:t>How are students assigned supervisors for the empirical thesis?</a:t>
            </a:r>
          </a:p>
          <a:p>
            <a:pPr lvl="1"/>
            <a:r>
              <a:rPr lang="en-US" dirty="0"/>
              <a:t>No contact expected with potential supervisor</a:t>
            </a:r>
          </a:p>
          <a:p>
            <a:pPr eaLnBrk="1" hangingPunct="1"/>
            <a:r>
              <a:rPr lang="en-US" dirty="0"/>
              <a:t>Do I have to have done a relevant third year subject to do my empirical thesis in the area?</a:t>
            </a:r>
          </a:p>
          <a:p>
            <a:pPr eaLnBrk="1" hangingPunct="1"/>
            <a:r>
              <a:rPr lang="en-US" dirty="0"/>
              <a:t>Do I have to do a clinically relevant thesis to get into postgraduate clinical psychology?</a:t>
            </a:r>
          </a:p>
          <a:p>
            <a:pPr eaLnBrk="1" hangingPunct="1"/>
            <a:r>
              <a:rPr lang="en-US" dirty="0"/>
              <a:t>What do I do if don’t get into </a:t>
            </a:r>
            <a:r>
              <a:rPr lang="en-US" dirty="0" err="1"/>
              <a:t>Honours</a:t>
            </a:r>
            <a:r>
              <a:rPr lang="en-US" dirty="0"/>
              <a:t>?</a:t>
            </a:r>
          </a:p>
          <a:p>
            <a:pPr eaLnBrk="1" hangingPunct="1"/>
            <a:r>
              <a:rPr lang="en-US" dirty="0"/>
              <a:t>What can I do overseas with a psychology </a:t>
            </a:r>
            <a:r>
              <a:rPr lang="en-US" dirty="0" err="1"/>
              <a:t>honours</a:t>
            </a:r>
            <a:r>
              <a:rPr lang="en-US" dirty="0"/>
              <a:t> degree from Australia?</a:t>
            </a:r>
          </a:p>
        </p:txBody>
      </p:sp>
    </p:spTree>
    <p:extLst>
      <p:ext uri="{BB962C8B-B14F-4D97-AF65-F5344CB8AC3E}">
        <p14:creationId xmlns:p14="http://schemas.microsoft.com/office/powerpoint/2010/main" val="20138704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9"/>
          <p:cNvSpPr>
            <a:spLocks noGrp="1"/>
          </p:cNvSpPr>
          <p:nvPr>
            <p:ph type="title" idx="4294967295"/>
          </p:nvPr>
        </p:nvSpPr>
        <p:spPr>
          <a:xfrm>
            <a:off x="193961" y="-7218"/>
            <a:ext cx="8229600" cy="1143000"/>
          </a:xfrm>
        </p:spPr>
        <p:txBody>
          <a:bodyPr/>
          <a:lstStyle/>
          <a:p>
            <a:pPr eaLnBrk="1" hangingPunct="1"/>
            <a:r>
              <a:rPr lang="en-AU" dirty="0">
                <a:ea typeface="ＭＳ Ｐゴシック" charset="0"/>
                <a:cs typeface="ＭＳ Ｐゴシック" charset="0"/>
              </a:rPr>
              <a:t>Honours in Psychology</a:t>
            </a:r>
          </a:p>
        </p:txBody>
      </p:sp>
      <p:sp>
        <p:nvSpPr>
          <p:cNvPr id="121858" name="Rectangle 10"/>
          <p:cNvSpPr>
            <a:spLocks noGrp="1"/>
          </p:cNvSpPr>
          <p:nvPr>
            <p:ph type="body" idx="4294967295"/>
          </p:nvPr>
        </p:nvSpPr>
        <p:spPr>
          <a:xfrm>
            <a:off x="228600" y="1046014"/>
            <a:ext cx="8662988" cy="5257800"/>
          </a:xfrm>
        </p:spPr>
        <p:txBody>
          <a:bodyPr/>
          <a:lstStyle/>
          <a:p>
            <a:pPr marL="0" indent="0" eaLnBrk="1" hangingPunct="1">
              <a:buNone/>
              <a:defRPr/>
            </a:pPr>
            <a:r>
              <a:rPr lang="en-AU" sz="2400" dirty="0">
                <a:ea typeface="ＭＳ Ｐゴシック" charset="0"/>
              </a:rPr>
              <a:t>Everyone registered to attend this event will be emailed with links to:</a:t>
            </a:r>
          </a:p>
          <a:p>
            <a:pPr>
              <a:defRPr/>
            </a:pPr>
            <a:r>
              <a:rPr lang="en-AU" sz="2400" dirty="0">
                <a:ea typeface="ＭＳ Ｐゴシック" charset="0"/>
              </a:rPr>
              <a:t>These slides</a:t>
            </a:r>
          </a:p>
          <a:p>
            <a:pPr>
              <a:defRPr/>
            </a:pPr>
            <a:r>
              <a:rPr lang="en-AU" dirty="0"/>
              <a:t>An admissions mark calculator</a:t>
            </a:r>
          </a:p>
          <a:p>
            <a:pPr>
              <a:defRPr/>
            </a:pPr>
            <a:r>
              <a:rPr lang="en-AU" sz="2400" dirty="0">
                <a:ea typeface="ＭＳ Ｐゴシック" charset="0"/>
              </a:rPr>
              <a:t>A detailed document about degree </a:t>
            </a:r>
            <a:r>
              <a:rPr lang="en-AU" sz="2400" dirty="0" err="1">
                <a:ea typeface="ＭＳ Ｐゴシック" charset="0"/>
              </a:rPr>
              <a:t>prererequisites</a:t>
            </a:r>
            <a:r>
              <a:rPr lang="en-AU" sz="2400" dirty="0">
                <a:ea typeface="ＭＳ Ｐゴシック" charset="0"/>
              </a:rPr>
              <a:t>, the selection process, etc.</a:t>
            </a:r>
          </a:p>
          <a:p>
            <a:pPr marL="0" indent="0" algn="ctr" eaLnBrk="1" hangingPunct="1">
              <a:buNone/>
              <a:defRPr/>
            </a:pPr>
            <a:endParaRPr lang="en-AU" sz="2400" dirty="0">
              <a:ea typeface="ＭＳ Ｐゴシック" charset="0"/>
            </a:endParaRPr>
          </a:p>
          <a:p>
            <a:pPr marL="0" indent="0" algn="ctr" eaLnBrk="1" hangingPunct="1">
              <a:buNone/>
              <a:defRPr/>
            </a:pPr>
            <a:r>
              <a:rPr lang="en-AU" sz="2400" dirty="0">
                <a:ea typeface="ＭＳ Ｐゴシック" charset="0"/>
              </a:rPr>
              <a:t>WHAT QUESTIONS DO YOU HAVE?</a:t>
            </a:r>
            <a:endParaRPr sz="2400" dirty="0">
              <a:ea typeface="ＭＳ Ｐゴシック" charset="0"/>
            </a:endParaRPr>
          </a:p>
          <a:p>
            <a:pPr lvl="1" algn="ctr" eaLnBrk="1" hangingPunct="1">
              <a:defRPr/>
            </a:pPr>
            <a:endParaRPr dirty="0">
              <a:ea typeface="ＭＳ Ｐゴシック" charset="0"/>
            </a:endParaRPr>
          </a:p>
          <a:p>
            <a:pPr lvl="1" algn="ctr" eaLnBrk="1" hangingPunct="1">
              <a:buFont typeface="Arial" charset="0"/>
              <a:buNone/>
              <a:defRPr/>
            </a:pPr>
            <a:endParaRPr dirty="0">
              <a:ea typeface="ＭＳ Ｐゴシック" charset="0"/>
            </a:endParaRPr>
          </a:p>
          <a:p>
            <a:pPr lvl="1" algn="ctr" eaLnBrk="1" hangingPunct="1">
              <a:defRPr/>
            </a:pPr>
            <a:endParaRPr dirty="0">
              <a:ea typeface="ＭＳ Ｐゴシック" charset="0"/>
            </a:endParaRPr>
          </a:p>
          <a:p>
            <a:pPr lvl="1" algn="ctr" eaLnBrk="1" hangingPunct="1">
              <a:buFont typeface="Arial" charset="0"/>
              <a:buNone/>
              <a:defRPr/>
            </a:pPr>
            <a:endParaRPr dirty="0">
              <a:ea typeface="ＭＳ Ｐゴシック" charset="0"/>
            </a:endParaRPr>
          </a:p>
          <a:p>
            <a:pPr algn="ctr" eaLnBrk="1" hangingPunct="1">
              <a:defRPr/>
            </a:pPr>
            <a:endParaRPr dirty="0">
              <a:ea typeface="ＭＳ Ｐゴシック" charset="0"/>
              <a:cs typeface="ＭＳ Ｐゴシック" charset="0"/>
            </a:endParaRPr>
          </a:p>
          <a:p>
            <a:pPr lvl="2" algn="ctr" eaLnBrk="1" hangingPunct="1">
              <a:defRPr/>
            </a:pPr>
            <a:endParaRPr dirty="0">
              <a:ea typeface="ＭＳ Ｐゴシック" charset="0"/>
            </a:endParaRPr>
          </a:p>
          <a:p>
            <a:pPr lvl="2" algn="ctr" eaLnBrk="1" hangingPunct="1">
              <a:buFont typeface="Arial" charset="0"/>
              <a:buNone/>
              <a:defRPr/>
            </a:pPr>
            <a:endParaRPr dirty="0">
              <a:ea typeface="ＭＳ Ｐゴシック" charset="0"/>
            </a:endParaRPr>
          </a:p>
          <a:p>
            <a:pPr lvl="4" algn="ctr" eaLnBrk="1" hangingPunct="1">
              <a:buFont typeface="Arial" charset="0"/>
              <a:buNone/>
              <a:defRPr/>
            </a:pPr>
            <a:endParaRPr lang="en-US" dirty="0">
              <a:ea typeface="ＭＳ Ｐゴシック" charset="0"/>
            </a:endParaRPr>
          </a:p>
          <a:p>
            <a:pPr lvl="3" algn="ctr" eaLnBrk="1" hangingPunct="1">
              <a:buFont typeface="Arial" charset="0"/>
              <a:buNone/>
              <a:defRPr/>
            </a:pPr>
            <a:endParaRPr dirty="0">
              <a:ea typeface="ＭＳ Ｐゴシック" charset="0"/>
            </a:endParaRPr>
          </a:p>
          <a:p>
            <a:pPr algn="ctr" eaLnBrk="1" hangingPunct="1">
              <a:buFont typeface="Arial" charset="0"/>
              <a:buNone/>
              <a:defRPr/>
            </a:pPr>
            <a:endParaRPr lang="en-AU" dirty="0">
              <a:ea typeface="ＭＳ Ｐゴシック" charset="0"/>
              <a:cs typeface="ＭＳ Ｐゴシック" charset="0"/>
            </a:endParaRPr>
          </a:p>
        </p:txBody>
      </p:sp>
    </p:spTree>
    <p:extLst>
      <p:ext uri="{BB962C8B-B14F-4D97-AF65-F5344CB8AC3E}">
        <p14:creationId xmlns:p14="http://schemas.microsoft.com/office/powerpoint/2010/main" val="614789714"/>
      </p:ext>
    </p:extLst>
  </p:cSld>
  <p:clrMapOvr>
    <a:masterClrMapping/>
  </p:clrMapOvr>
</p:sld>
</file>

<file path=ppt/theme/theme1.xml><?xml version="1.0" encoding="utf-8"?>
<a:theme xmlns:a="http://schemas.openxmlformats.org/drawingml/2006/main" name="PPT-template-standard_August15">
  <a:themeElements>
    <a:clrScheme name="The University of Sydney_Color Theme">
      <a:dk1>
        <a:sysClr val="windowText" lastClr="000000"/>
      </a:dk1>
      <a:lt1>
        <a:sysClr val="window" lastClr="FFFFFF"/>
      </a:lt1>
      <a:dk2>
        <a:srgbClr val="0148A4"/>
      </a:dk2>
      <a:lt2>
        <a:srgbClr val="EEECE1"/>
      </a:lt2>
      <a:accent1>
        <a:srgbClr val="E64626"/>
      </a:accent1>
      <a:accent2>
        <a:srgbClr val="EF8025"/>
      </a:accent2>
      <a:accent3>
        <a:srgbClr val="FFB800"/>
      </a:accent3>
      <a:accent4>
        <a:srgbClr val="5C923E"/>
      </a:accent4>
      <a:accent5>
        <a:srgbClr val="5496DB"/>
      </a:accent5>
      <a:accent6>
        <a:srgbClr val="0148A4"/>
      </a:accent6>
      <a:hlink>
        <a:srgbClr val="E64626"/>
      </a:hlink>
      <a:folHlink>
        <a:srgbClr val="F05133"/>
      </a:folHlink>
    </a:clrScheme>
    <a:fontScheme name="Median">
      <a:majorFont>
        <a:latin typeface="Tw Cen MT"/>
        <a:ea typeface=""/>
        <a:cs typeface=""/>
        <a:font script="Grek" typeface="Calibri"/>
        <a:font script="Cyrl" typeface="Calibri"/>
        <a:font script="Jpan" typeface="ＭＳ Ｐゴシック"/>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ＭＳ Ｐゴシック"/>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PPT-template-standard_August15.potx</Template>
  <TotalTime>2619</TotalTime>
  <Words>1214</Words>
  <Application>Microsoft Macintosh PowerPoint</Application>
  <PresentationFormat>如螢幕大小 (4:3)</PresentationFormat>
  <Paragraphs>212</Paragraphs>
  <Slides>19</Slides>
  <Notes>1</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19</vt:i4>
      </vt:variant>
    </vt:vector>
  </HeadingPairs>
  <TitlesOfParts>
    <vt:vector size="24" baseType="lpstr">
      <vt:lpstr>Arial</vt:lpstr>
      <vt:lpstr>Calibri</vt:lpstr>
      <vt:lpstr>Lucida Grande</vt:lpstr>
      <vt:lpstr>Tw Cen MT</vt:lpstr>
      <vt:lpstr>PPT-template-standard_August15</vt:lpstr>
      <vt:lpstr>AutoPen (Intelligent image &amp; text creation system) </vt:lpstr>
      <vt:lpstr>Background</vt:lpstr>
      <vt:lpstr>AutoPen-What’s our purpose?</vt:lpstr>
      <vt:lpstr>Deployment Diagram</vt:lpstr>
      <vt:lpstr>What is involved in Honours in Psychology?</vt:lpstr>
      <vt:lpstr>What is involved in Honours in Psychology?</vt:lpstr>
      <vt:lpstr>Research Methods (15%)</vt:lpstr>
      <vt:lpstr>Special Fields Seminars     OR     Theoretical Thesis</vt:lpstr>
      <vt:lpstr>Examples of Special Fields Seminars from 2018…</vt:lpstr>
      <vt:lpstr>Ethics &amp; Professional Issues (5%)</vt:lpstr>
      <vt:lpstr>Empirical Thesis (50%)</vt:lpstr>
      <vt:lpstr>Sample Timetable for Semester 1  (N.B: exact times may differ in 2019)</vt:lpstr>
      <vt:lpstr>Sample Timetable for Semester 2 (N.B: exact times may differ in 2019)</vt:lpstr>
      <vt:lpstr>What makes a successful Honours in Psychology student?</vt:lpstr>
      <vt:lpstr>Applying for Honours in Psychology - Eligibility</vt:lpstr>
      <vt:lpstr>Applying for Honours in Psychology - Application</vt:lpstr>
      <vt:lpstr>Applying for Honours in Psychology - Timeline</vt:lpstr>
      <vt:lpstr>Frequently Asked Questions</vt:lpstr>
      <vt:lpstr>Honours in Psychology</vt:lpstr>
    </vt:vector>
  </TitlesOfParts>
  <Company>Fuji Xerox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Davy Chileshe</dc:creator>
  <cp:lastModifiedBy>Roy Huang</cp:lastModifiedBy>
  <cp:revision>182</cp:revision>
  <cp:lastPrinted>2018-09-14T06:38:57Z</cp:lastPrinted>
  <dcterms:created xsi:type="dcterms:W3CDTF">2015-01-08T03:10:23Z</dcterms:created>
  <dcterms:modified xsi:type="dcterms:W3CDTF">2023-10-11T10:48:17Z</dcterms:modified>
</cp:coreProperties>
</file>